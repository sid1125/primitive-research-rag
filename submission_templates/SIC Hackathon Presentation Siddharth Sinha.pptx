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3"/>
  </p:notesMasterIdLst>
  <p:sldIdLst>
    <p:sldId id="256" r:id="rId2"/>
    <p:sldId id="257" r:id="rId3"/>
    <p:sldId id="260" r:id="rId4"/>
    <p:sldId id="261" r:id="rId5"/>
    <p:sldId id="262" r:id="rId6"/>
    <p:sldId id="263" r:id="rId7"/>
    <p:sldId id="264" r:id="rId8"/>
    <p:sldId id="266" r:id="rId9"/>
    <p:sldId id="268" r:id="rId10"/>
    <p:sldId id="2689" r:id="rId11"/>
    <p:sldId id="259" r:id="rId12"/>
  </p:sldIdLst>
  <p:sldSz cx="9902825"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3119">
          <p15:clr>
            <a:srgbClr val="A4A3A4"/>
          </p15:clr>
        </p15:guide>
        <p15:guide id="2" orient="horz" pos="216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5" roundtripDataSignature="AMtx7mjao44pu+KCA6NTQBv1XWNfs34U4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1229" y="72"/>
      </p:cViewPr>
      <p:guideLst>
        <p:guide pos="3119"/>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customschemas.google.com/relationships/presentationmetadata" Target="meta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5" name="Google Shape;5;n"/>
          <p:cNvSpPr>
            <a:spLocks noGrp="1" noRot="1" noChangeAspect="1"/>
          </p:cNvSpPr>
          <p:nvPr>
            <p:ph type="sldImg" idx="3"/>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L="914400" marR="0" lvl="1"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2pPr>
            <a:lvl3pPr marL="1371600" marR="0" lvl="2"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3pPr>
            <a:lvl4pPr marL="1828800" marR="0" lvl="3"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4pPr>
            <a:lvl5pPr marL="2286000" marR="0" lvl="4"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5pPr>
            <a:lvl6pPr marL="2743200" marR="0" lvl="5"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6pPr>
            <a:lvl7pPr marL="3200400" marR="0" lvl="6"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7pPr>
            <a:lvl8pPr marL="3657600" marR="0" lvl="7"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8pPr>
            <a:lvl9pPr marL="4114800" marR="0" lvl="8"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Malgun Gothic"/>
                <a:ea typeface="Malgun Gothic"/>
                <a:cs typeface="Malgun Gothic"/>
                <a:sym typeface="Malgun Gothic"/>
              </a:rPr>
              <a:t>‹#›</a:t>
            </a:fld>
            <a:endParaRPr sz="1200" b="0" i="0" u="none" strike="noStrike" cap="none">
              <a:solidFill>
                <a:schemeClr val="dk1"/>
              </a:solidFill>
              <a:latin typeface="Malgun Gothic"/>
              <a:ea typeface="Malgun Gothic"/>
              <a:cs typeface="Malgun Gothic"/>
              <a:sym typeface="Malgun Gothic"/>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p1: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2: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DAD157A8-1C1F-4A6B-F197-091732FF4AED}"/>
            </a:ext>
          </a:extLst>
        </p:cNvPr>
        <p:cNvGrpSpPr/>
        <p:nvPr/>
      </p:nvGrpSpPr>
      <p:grpSpPr>
        <a:xfrm>
          <a:off x="0" y="0"/>
          <a:ext cx="0" cy="0"/>
          <a:chOff x="0" y="0"/>
          <a:chExt cx="0" cy="0"/>
        </a:xfrm>
      </p:grpSpPr>
      <p:sp>
        <p:nvSpPr>
          <p:cNvPr id="85" name="Google Shape;85;p2:notes">
            <a:extLst>
              <a:ext uri="{FF2B5EF4-FFF2-40B4-BE49-F238E27FC236}">
                <a16:creationId xmlns:a16="http://schemas.microsoft.com/office/drawing/2014/main" id="{A0922F1A-1AF4-1332-BE6E-BC9F3873EE5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2:notes">
            <a:extLst>
              <a:ext uri="{FF2B5EF4-FFF2-40B4-BE49-F238E27FC236}">
                <a16:creationId xmlns:a16="http://schemas.microsoft.com/office/drawing/2014/main" id="{ABD48EB9-8A42-8310-994F-C97BC51CB7FA}"/>
              </a:ext>
            </a:extLst>
          </p:cNvPr>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5344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127A3BD1-575B-073B-F078-26E32A836D16}"/>
            </a:ext>
          </a:extLst>
        </p:cNvPr>
        <p:cNvGrpSpPr/>
        <p:nvPr/>
      </p:nvGrpSpPr>
      <p:grpSpPr>
        <a:xfrm>
          <a:off x="0" y="0"/>
          <a:ext cx="0" cy="0"/>
          <a:chOff x="0" y="0"/>
          <a:chExt cx="0" cy="0"/>
        </a:xfrm>
      </p:grpSpPr>
      <p:sp>
        <p:nvSpPr>
          <p:cNvPr id="85" name="Google Shape;85;p2:notes">
            <a:extLst>
              <a:ext uri="{FF2B5EF4-FFF2-40B4-BE49-F238E27FC236}">
                <a16:creationId xmlns:a16="http://schemas.microsoft.com/office/drawing/2014/main" id="{31F31ABE-0D79-D68E-F3F8-BB7FACD4FEE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2:notes">
            <a:extLst>
              <a:ext uri="{FF2B5EF4-FFF2-40B4-BE49-F238E27FC236}">
                <a16:creationId xmlns:a16="http://schemas.microsoft.com/office/drawing/2014/main" id="{8688A882-4B64-10B1-C908-7341EDCA792A}"/>
              </a:ext>
            </a:extLst>
          </p:cNvPr>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8329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C9630EBA-D568-4889-0B32-8981B2E437A6}"/>
            </a:ext>
          </a:extLst>
        </p:cNvPr>
        <p:cNvGrpSpPr/>
        <p:nvPr/>
      </p:nvGrpSpPr>
      <p:grpSpPr>
        <a:xfrm>
          <a:off x="0" y="0"/>
          <a:ext cx="0" cy="0"/>
          <a:chOff x="0" y="0"/>
          <a:chExt cx="0" cy="0"/>
        </a:xfrm>
      </p:grpSpPr>
      <p:sp>
        <p:nvSpPr>
          <p:cNvPr id="85" name="Google Shape;85;p2:notes">
            <a:extLst>
              <a:ext uri="{FF2B5EF4-FFF2-40B4-BE49-F238E27FC236}">
                <a16:creationId xmlns:a16="http://schemas.microsoft.com/office/drawing/2014/main" id="{0503F192-17FB-698E-ECD1-4CC8A60D6C0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2:notes">
            <a:extLst>
              <a:ext uri="{FF2B5EF4-FFF2-40B4-BE49-F238E27FC236}">
                <a16:creationId xmlns:a16="http://schemas.microsoft.com/office/drawing/2014/main" id="{DA251B28-FDCE-36D8-EB56-B7F8D5F441AA}"/>
              </a:ext>
            </a:extLst>
          </p:cNvPr>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3126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C35803BE-557E-7724-F461-5305773B1AB2}"/>
            </a:ext>
          </a:extLst>
        </p:cNvPr>
        <p:cNvGrpSpPr/>
        <p:nvPr/>
      </p:nvGrpSpPr>
      <p:grpSpPr>
        <a:xfrm>
          <a:off x="0" y="0"/>
          <a:ext cx="0" cy="0"/>
          <a:chOff x="0" y="0"/>
          <a:chExt cx="0" cy="0"/>
        </a:xfrm>
      </p:grpSpPr>
      <p:sp>
        <p:nvSpPr>
          <p:cNvPr id="85" name="Google Shape;85;p2:notes">
            <a:extLst>
              <a:ext uri="{FF2B5EF4-FFF2-40B4-BE49-F238E27FC236}">
                <a16:creationId xmlns:a16="http://schemas.microsoft.com/office/drawing/2014/main" id="{A2833593-2745-22BA-6E21-5E050C0822C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2:notes">
            <a:extLst>
              <a:ext uri="{FF2B5EF4-FFF2-40B4-BE49-F238E27FC236}">
                <a16:creationId xmlns:a16="http://schemas.microsoft.com/office/drawing/2014/main" id="{0C8E9160-D94B-B132-724C-C03BFA97EB76}"/>
              </a:ext>
            </a:extLst>
          </p:cNvPr>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51218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6DB006D7-2A73-D1A8-CE19-E9C06F785705}"/>
            </a:ext>
          </a:extLst>
        </p:cNvPr>
        <p:cNvGrpSpPr/>
        <p:nvPr/>
      </p:nvGrpSpPr>
      <p:grpSpPr>
        <a:xfrm>
          <a:off x="0" y="0"/>
          <a:ext cx="0" cy="0"/>
          <a:chOff x="0" y="0"/>
          <a:chExt cx="0" cy="0"/>
        </a:xfrm>
      </p:grpSpPr>
      <p:sp>
        <p:nvSpPr>
          <p:cNvPr id="85" name="Google Shape;85;p2:notes">
            <a:extLst>
              <a:ext uri="{FF2B5EF4-FFF2-40B4-BE49-F238E27FC236}">
                <a16:creationId xmlns:a16="http://schemas.microsoft.com/office/drawing/2014/main" id="{877BA6B0-3CB8-880D-4343-6F7704D6AF9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2:notes">
            <a:extLst>
              <a:ext uri="{FF2B5EF4-FFF2-40B4-BE49-F238E27FC236}">
                <a16:creationId xmlns:a16="http://schemas.microsoft.com/office/drawing/2014/main" id="{B14127E5-B5D5-EF13-C72C-84D4B12A7F2E}"/>
              </a:ext>
            </a:extLst>
          </p:cNvPr>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82634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5E66DCE2-7338-9E45-CE05-90057930601F}"/>
            </a:ext>
          </a:extLst>
        </p:cNvPr>
        <p:cNvGrpSpPr/>
        <p:nvPr/>
      </p:nvGrpSpPr>
      <p:grpSpPr>
        <a:xfrm>
          <a:off x="0" y="0"/>
          <a:ext cx="0" cy="0"/>
          <a:chOff x="0" y="0"/>
          <a:chExt cx="0" cy="0"/>
        </a:xfrm>
      </p:grpSpPr>
      <p:sp>
        <p:nvSpPr>
          <p:cNvPr id="85" name="Google Shape;85;p2:notes">
            <a:extLst>
              <a:ext uri="{FF2B5EF4-FFF2-40B4-BE49-F238E27FC236}">
                <a16:creationId xmlns:a16="http://schemas.microsoft.com/office/drawing/2014/main" id="{EE0BA2C6-E9E4-B3F2-C554-9C9CDA8883D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2:notes">
            <a:extLst>
              <a:ext uri="{FF2B5EF4-FFF2-40B4-BE49-F238E27FC236}">
                <a16:creationId xmlns:a16="http://schemas.microsoft.com/office/drawing/2014/main" id="{DAE23B58-2A71-463E-2404-9E89C5E84E1C}"/>
              </a:ext>
            </a:extLst>
          </p:cNvPr>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28920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CF8F98BC-E3B6-F419-C472-5D77EAB403C1}"/>
            </a:ext>
          </a:extLst>
        </p:cNvPr>
        <p:cNvGrpSpPr/>
        <p:nvPr/>
      </p:nvGrpSpPr>
      <p:grpSpPr>
        <a:xfrm>
          <a:off x="0" y="0"/>
          <a:ext cx="0" cy="0"/>
          <a:chOff x="0" y="0"/>
          <a:chExt cx="0" cy="0"/>
        </a:xfrm>
      </p:grpSpPr>
      <p:sp>
        <p:nvSpPr>
          <p:cNvPr id="85" name="Google Shape;85;p2:notes">
            <a:extLst>
              <a:ext uri="{FF2B5EF4-FFF2-40B4-BE49-F238E27FC236}">
                <a16:creationId xmlns:a16="http://schemas.microsoft.com/office/drawing/2014/main" id="{E27501FA-503D-5B43-871C-509C515CCF7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2:notes">
            <a:extLst>
              <a:ext uri="{FF2B5EF4-FFF2-40B4-BE49-F238E27FC236}">
                <a16:creationId xmlns:a16="http://schemas.microsoft.com/office/drawing/2014/main" id="{F835542A-A1D7-E0B9-5A3B-F454ECAC6A64}"/>
              </a:ext>
            </a:extLst>
          </p:cNvPr>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69415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4: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Front Cover">
  <p:cSld name="Front Cover">
    <p:bg>
      <p:bgPr>
        <a:solidFill>
          <a:srgbClr val="F2F2F2"/>
        </a:solidFill>
        <a:effectLst/>
      </p:bgPr>
    </p:bg>
    <p:spTree>
      <p:nvGrpSpPr>
        <p:cNvPr id="1" name="Shape 10"/>
        <p:cNvGrpSpPr/>
        <p:nvPr/>
      </p:nvGrpSpPr>
      <p:grpSpPr>
        <a:xfrm>
          <a:off x="0" y="0"/>
          <a:ext cx="0" cy="0"/>
          <a:chOff x="0" y="0"/>
          <a:chExt cx="0" cy="0"/>
        </a:xfrm>
      </p:grpSpPr>
      <p:pic>
        <p:nvPicPr>
          <p:cNvPr id="11" name="Google Shape;11;p6"/>
          <p:cNvPicPr preferRelativeResize="0"/>
          <p:nvPr/>
        </p:nvPicPr>
        <p:blipFill rotWithShape="1">
          <a:blip r:embed="rId2">
            <a:alphaModFix/>
          </a:blip>
          <a:srcRect/>
          <a:stretch/>
        </p:blipFill>
        <p:spPr>
          <a:xfrm>
            <a:off x="0" y="0"/>
            <a:ext cx="9902825" cy="6858000"/>
          </a:xfrm>
          <a:prstGeom prst="rect">
            <a:avLst/>
          </a:prstGeom>
          <a:noFill/>
          <a:ln>
            <a:noFill/>
          </a:ln>
        </p:spPr>
      </p:pic>
      <p:sp>
        <p:nvSpPr>
          <p:cNvPr id="12" name="Google Shape;12;p6"/>
          <p:cNvSpPr/>
          <p:nvPr/>
        </p:nvSpPr>
        <p:spPr>
          <a:xfrm>
            <a:off x="449468" y="450000"/>
            <a:ext cx="1282022" cy="198000"/>
          </a:xfrm>
          <a:custGeom>
            <a:avLst/>
            <a:gdLst/>
            <a:ahLst/>
            <a:cxnLst/>
            <a:rect l="l" t="t" r="r" b="b"/>
            <a:pathLst>
              <a:path w="2179" h="334" extrusionOk="0">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chemeClr val="dk1"/>
              </a:buClr>
              <a:buSzPts val="1959"/>
              <a:buFont typeface="Arial"/>
              <a:buNone/>
            </a:pPr>
            <a:endParaRPr sz="1959" b="0" i="0" u="none" strike="noStrike" cap="none">
              <a:solidFill>
                <a:schemeClr val="dk1"/>
              </a:solidFill>
              <a:latin typeface="Arial"/>
              <a:ea typeface="Arial"/>
              <a:cs typeface="Arial"/>
              <a:sym typeface="Arial"/>
            </a:endParaRPr>
          </a:p>
        </p:txBody>
      </p:sp>
      <p:pic>
        <p:nvPicPr>
          <p:cNvPr id="13" name="Google Shape;13;p6"/>
          <p:cNvPicPr preferRelativeResize="0"/>
          <p:nvPr/>
        </p:nvPicPr>
        <p:blipFill rotWithShape="1">
          <a:blip r:embed="rId3">
            <a:alphaModFix/>
          </a:blip>
          <a:srcRect/>
          <a:stretch/>
        </p:blipFill>
        <p:spPr>
          <a:xfrm>
            <a:off x="4265631" y="6141164"/>
            <a:ext cx="1371564" cy="450000"/>
          </a:xfrm>
          <a:prstGeom prst="rect">
            <a:avLst/>
          </a:prstGeom>
          <a:noFill/>
          <a:ln>
            <a:noFill/>
          </a:ln>
        </p:spPr>
      </p:pic>
      <p:sp>
        <p:nvSpPr>
          <p:cNvPr id="14" name="Google Shape;14;p6"/>
          <p:cNvSpPr/>
          <p:nvPr/>
        </p:nvSpPr>
        <p:spPr>
          <a:xfrm>
            <a:off x="990000" y="4320000"/>
            <a:ext cx="5832526" cy="36933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400" b="0" i="0" u="none" strike="noStrike" cap="none" dirty="0">
                <a:solidFill>
                  <a:srgbClr val="1428A0"/>
                </a:solidFill>
                <a:latin typeface="Arial"/>
                <a:ea typeface="Arial"/>
                <a:cs typeface="Arial"/>
                <a:sym typeface="Arial"/>
              </a:rPr>
              <a:t>Coding and Programming Course</a:t>
            </a:r>
            <a:endParaRPr sz="2400" b="0" i="0" u="none" strike="noStrike" cap="none" dirty="0">
              <a:solidFill>
                <a:srgbClr val="1428A0"/>
              </a:solidFill>
              <a:latin typeface="Arial"/>
              <a:ea typeface="Arial"/>
              <a:cs typeface="Arial"/>
              <a:sym typeface="Arial"/>
            </a:endParaRPr>
          </a:p>
        </p:txBody>
      </p:sp>
      <p:sp>
        <p:nvSpPr>
          <p:cNvPr id="15" name="Google Shape;15;p6"/>
          <p:cNvSpPr/>
          <p:nvPr/>
        </p:nvSpPr>
        <p:spPr>
          <a:xfrm>
            <a:off x="724689" y="4320000"/>
            <a:ext cx="54000" cy="360000"/>
          </a:xfrm>
          <a:prstGeom prst="rect">
            <a:avLst/>
          </a:prstGeom>
          <a:solidFill>
            <a:srgbClr val="1428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6" name="Google Shape;16;p6"/>
          <p:cNvSpPr txBox="1">
            <a:spLocks noGrp="1"/>
          </p:cNvSpPr>
          <p:nvPr>
            <p:ph type="body" idx="1"/>
          </p:nvPr>
        </p:nvSpPr>
        <p:spPr>
          <a:xfrm>
            <a:off x="720000" y="3551768"/>
            <a:ext cx="6837808" cy="27699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7F7F7F"/>
              </a:buClr>
              <a:buSzPts val="1800"/>
              <a:buFont typeface="Arial"/>
              <a:buNone/>
              <a:defRPr sz="1800" b="0" i="0" u="none" strike="noStrike" cap="none">
                <a:solidFill>
                  <a:srgbClr val="7F7F7F"/>
                </a:solidFill>
                <a:latin typeface="Arial"/>
                <a:ea typeface="Arial"/>
                <a:cs typeface="Arial"/>
                <a:sym typeface="Arial"/>
              </a:defRPr>
            </a:lvl1pPr>
            <a:lvl2pPr marL="914400" marR="0" lvl="1" indent="-380936" algn="l" rtl="0">
              <a:lnSpc>
                <a:spcPct val="90000"/>
              </a:lnSpc>
              <a:spcBef>
                <a:spcPts val="500"/>
              </a:spcBef>
              <a:spcAft>
                <a:spcPts val="0"/>
              </a:spcAft>
              <a:buClr>
                <a:schemeClr val="dk1"/>
              </a:buClr>
              <a:buSzPts val="2399"/>
              <a:buFont typeface="Arial"/>
              <a:buChar char="•"/>
              <a:defRPr sz="2399" b="0" i="0" u="none" strike="noStrike" cap="none">
                <a:solidFill>
                  <a:schemeClr val="dk1"/>
                </a:solidFill>
                <a:latin typeface="Arial"/>
                <a:ea typeface="Arial"/>
                <a:cs typeface="Arial"/>
                <a:sym typeface="Arial"/>
              </a:defRPr>
            </a:lvl2pPr>
            <a:lvl3pPr marL="1371600" marR="0" lvl="2" indent="-355536" algn="l" rtl="0">
              <a:lnSpc>
                <a:spcPct val="90000"/>
              </a:lnSpc>
              <a:spcBef>
                <a:spcPts val="500"/>
              </a:spcBef>
              <a:spcAft>
                <a:spcPts val="0"/>
              </a:spcAft>
              <a:buClr>
                <a:schemeClr val="dk1"/>
              </a:buClr>
              <a:buSzPts val="1999"/>
              <a:buFont typeface="Arial"/>
              <a:buChar char="•"/>
              <a:defRPr sz="1999" b="0" i="0" u="none" strike="noStrike" cap="none">
                <a:solidFill>
                  <a:schemeClr val="dk1"/>
                </a:solidFill>
                <a:latin typeface="Arial"/>
                <a:ea typeface="Arial"/>
                <a:cs typeface="Arial"/>
                <a:sym typeface="Arial"/>
              </a:defRPr>
            </a:lvl3pPr>
            <a:lvl4pPr marL="1828800" marR="0" lvl="3"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4pPr>
            <a:lvl5pPr marL="2286000" marR="0" lvl="4"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5pPr>
            <a:lvl6pPr marL="2743200" marR="0" lvl="5"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6pPr>
            <a:lvl7pPr marL="3200400" marR="0" lvl="6"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7pPr>
            <a:lvl8pPr marL="3657600" marR="0" lvl="7"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8pPr>
            <a:lvl9pPr marL="4114800" marR="0" lvl="8"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9pPr>
          </a:lstStyle>
          <a:p>
            <a:endParaRPr/>
          </a:p>
        </p:txBody>
      </p:sp>
      <p:sp>
        <p:nvSpPr>
          <p:cNvPr id="17" name="Google Shape;17;p6"/>
          <p:cNvSpPr txBox="1">
            <a:spLocks noGrp="1"/>
          </p:cNvSpPr>
          <p:nvPr>
            <p:ph type="title"/>
          </p:nvPr>
        </p:nvSpPr>
        <p:spPr>
          <a:xfrm>
            <a:off x="720000" y="1710000"/>
            <a:ext cx="5221019" cy="1477328"/>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solidFill>
                  <a:schemeClr val="lt1"/>
                </a:solidFill>
                <a:latin typeface="Arial"/>
                <a:ea typeface="Arial"/>
                <a:cs typeface="Arial"/>
                <a:sym typeface="Arial"/>
              </a:defRPr>
            </a:lvl2pPr>
            <a:lvl3pPr lvl="2">
              <a:spcBef>
                <a:spcPts val="0"/>
              </a:spcBef>
              <a:spcAft>
                <a:spcPts val="0"/>
              </a:spcAft>
              <a:buSzPts val="1400"/>
              <a:buNone/>
              <a:defRPr sz="1800">
                <a:solidFill>
                  <a:schemeClr val="lt1"/>
                </a:solidFill>
                <a:latin typeface="Arial"/>
                <a:ea typeface="Arial"/>
                <a:cs typeface="Arial"/>
                <a:sym typeface="Arial"/>
              </a:defRPr>
            </a:lvl3pPr>
            <a:lvl4pPr lvl="3">
              <a:spcBef>
                <a:spcPts val="0"/>
              </a:spcBef>
              <a:spcAft>
                <a:spcPts val="0"/>
              </a:spcAft>
              <a:buSzPts val="1400"/>
              <a:buNone/>
              <a:defRPr sz="1800">
                <a:solidFill>
                  <a:schemeClr val="lt1"/>
                </a:solidFill>
                <a:latin typeface="Arial"/>
                <a:ea typeface="Arial"/>
                <a:cs typeface="Arial"/>
                <a:sym typeface="Arial"/>
              </a:defRPr>
            </a:lvl4pPr>
            <a:lvl5pPr lvl="4">
              <a:spcBef>
                <a:spcPts val="0"/>
              </a:spcBef>
              <a:spcAft>
                <a:spcPts val="0"/>
              </a:spcAft>
              <a:buSzPts val="1400"/>
              <a:buNone/>
              <a:defRPr sz="1800">
                <a:solidFill>
                  <a:schemeClr val="lt1"/>
                </a:solidFill>
                <a:latin typeface="Arial"/>
                <a:ea typeface="Arial"/>
                <a:cs typeface="Arial"/>
                <a:sym typeface="Arial"/>
              </a:defRPr>
            </a:lvl5pPr>
            <a:lvl6pPr lvl="5">
              <a:spcBef>
                <a:spcPts val="0"/>
              </a:spcBef>
              <a:spcAft>
                <a:spcPts val="0"/>
              </a:spcAft>
              <a:buSzPts val="1400"/>
              <a:buNone/>
              <a:defRPr sz="1800">
                <a:solidFill>
                  <a:schemeClr val="lt1"/>
                </a:solidFill>
                <a:latin typeface="Arial"/>
                <a:ea typeface="Arial"/>
                <a:cs typeface="Arial"/>
                <a:sym typeface="Arial"/>
              </a:defRPr>
            </a:lvl6pPr>
            <a:lvl7pPr lvl="6">
              <a:spcBef>
                <a:spcPts val="0"/>
              </a:spcBef>
              <a:spcAft>
                <a:spcPts val="0"/>
              </a:spcAft>
              <a:buSzPts val="1400"/>
              <a:buNone/>
              <a:defRPr sz="1800">
                <a:solidFill>
                  <a:schemeClr val="lt1"/>
                </a:solidFill>
                <a:latin typeface="Arial"/>
                <a:ea typeface="Arial"/>
                <a:cs typeface="Arial"/>
                <a:sym typeface="Arial"/>
              </a:defRPr>
            </a:lvl7pPr>
            <a:lvl8pPr lvl="7">
              <a:spcBef>
                <a:spcPts val="0"/>
              </a:spcBef>
              <a:spcAft>
                <a:spcPts val="0"/>
              </a:spcAft>
              <a:buSzPts val="1400"/>
              <a:buNone/>
              <a:defRPr sz="1800">
                <a:solidFill>
                  <a:schemeClr val="lt1"/>
                </a:solidFill>
                <a:latin typeface="Arial"/>
                <a:ea typeface="Arial"/>
                <a:cs typeface="Arial"/>
                <a:sym typeface="Arial"/>
              </a:defRPr>
            </a:lvl8pPr>
            <a:lvl9pPr lvl="8">
              <a:spcBef>
                <a:spcPts val="0"/>
              </a:spcBef>
              <a:spcAft>
                <a:spcPts val="0"/>
              </a:spcAft>
              <a:buSzPts val="1400"/>
              <a:buNone/>
              <a:defRPr sz="1800">
                <a:solidFill>
                  <a:schemeClr val="lt1"/>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3_Table of Contents2">
  <p:cSld name="3_Table of Contents2">
    <p:spTree>
      <p:nvGrpSpPr>
        <p:cNvPr id="1" name="Shape 18"/>
        <p:cNvGrpSpPr/>
        <p:nvPr/>
      </p:nvGrpSpPr>
      <p:grpSpPr>
        <a:xfrm>
          <a:off x="0" y="0"/>
          <a:ext cx="0" cy="0"/>
          <a:chOff x="0" y="0"/>
          <a:chExt cx="0" cy="0"/>
        </a:xfrm>
      </p:grpSpPr>
      <p:pic>
        <p:nvPicPr>
          <p:cNvPr id="19" name="Google Shape;19;p7"/>
          <p:cNvPicPr preferRelativeResize="0"/>
          <p:nvPr/>
        </p:nvPicPr>
        <p:blipFill rotWithShape="1">
          <a:blip r:embed="rId2">
            <a:alphaModFix/>
          </a:blip>
          <a:srcRect/>
          <a:stretch/>
        </p:blipFill>
        <p:spPr>
          <a:xfrm>
            <a:off x="-1588" y="0"/>
            <a:ext cx="9902825" cy="6858000"/>
          </a:xfrm>
          <a:prstGeom prst="rect">
            <a:avLst/>
          </a:prstGeom>
          <a:noFill/>
          <a:ln>
            <a:noFill/>
          </a:ln>
        </p:spPr>
      </p:pic>
      <p:cxnSp>
        <p:nvCxnSpPr>
          <p:cNvPr id="20" name="Google Shape;20;p7"/>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21" name="Google Shape;21;p7"/>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b="0" i="0" u="none" strike="noStrike" cap="none">
                <a:solidFill>
                  <a:srgbClr val="7F7F7F"/>
                </a:solidFill>
                <a:latin typeface="Arial"/>
                <a:ea typeface="Arial"/>
                <a:cs typeface="Arial"/>
                <a:sym typeface="Arial"/>
              </a:rPr>
              <a:t>‹#›</a:t>
            </a:fld>
            <a:endParaRPr sz="900" b="0" i="0" u="none" strike="noStrike" cap="none">
              <a:solidFill>
                <a:srgbClr val="7F7F7F"/>
              </a:solidFill>
              <a:latin typeface="Arial"/>
              <a:ea typeface="Arial"/>
              <a:cs typeface="Arial"/>
              <a:sym typeface="Arial"/>
            </a:endParaRPr>
          </a:p>
        </p:txBody>
      </p:sp>
      <p:sp>
        <p:nvSpPr>
          <p:cNvPr id="22" name="Google Shape;22;p7"/>
          <p:cNvSpPr/>
          <p:nvPr/>
        </p:nvSpPr>
        <p:spPr>
          <a:xfrm>
            <a:off x="449468" y="6498001"/>
            <a:ext cx="2888788"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b="0" i="0" u="none" strike="noStrike" cap="none">
                <a:solidFill>
                  <a:srgbClr val="7F7F7F"/>
                </a:solidFill>
                <a:latin typeface="Arial"/>
                <a:ea typeface="Arial"/>
                <a:cs typeface="Arial"/>
                <a:sym typeface="Arial"/>
              </a:rPr>
              <a:t>Samsung Innovation Campus</a:t>
            </a:r>
            <a:endParaRPr/>
          </a:p>
        </p:txBody>
      </p:sp>
    </p:spTree>
  </p:cSld>
  <p:clrMapOvr>
    <a:masterClrMapping/>
  </p:clrMapOvr>
  <p:extLst>
    <p:ext uri="{DCECCB84-F9BA-43D5-87BE-67443E8EF086}">
      <p15:sldGuideLst xmlns:p15="http://schemas.microsoft.com/office/powerpoint/2012/main">
        <p15:guide id="1" orient="horz" pos="2614">
          <p15:clr>
            <a:srgbClr val="FBAE40"/>
          </p15:clr>
        </p15:guide>
        <p15:guide id="2" pos="443">
          <p15:clr>
            <a:srgbClr val="FBAE40"/>
          </p15:clr>
        </p15:guide>
        <p15:guide id="3" pos="5955">
          <p15:clr>
            <a:srgbClr val="FBAE40"/>
          </p15:clr>
        </p15:guide>
        <p15:guide id="4" pos="60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st" type="blank">
  <p:cSld name="BLANK">
    <p:spTree>
      <p:nvGrpSpPr>
        <p:cNvPr id="1" name="Shape 35"/>
        <p:cNvGrpSpPr/>
        <p:nvPr/>
      </p:nvGrpSpPr>
      <p:grpSpPr>
        <a:xfrm>
          <a:off x="0" y="0"/>
          <a:ext cx="0" cy="0"/>
          <a:chOff x="0" y="0"/>
          <a:chExt cx="0" cy="0"/>
        </a:xfrm>
      </p:grpSpPr>
      <p:pic>
        <p:nvPicPr>
          <p:cNvPr id="36" name="Google Shape;36;p9"/>
          <p:cNvPicPr preferRelativeResize="0"/>
          <p:nvPr/>
        </p:nvPicPr>
        <p:blipFill rotWithShape="1">
          <a:blip r:embed="rId2">
            <a:alphaModFix/>
          </a:blip>
          <a:srcRect/>
          <a:stretch/>
        </p:blipFill>
        <p:spPr>
          <a:xfrm>
            <a:off x="2" y="4395"/>
            <a:ext cx="9899651" cy="6853605"/>
          </a:xfrm>
          <a:prstGeom prst="rect">
            <a:avLst/>
          </a:prstGeom>
          <a:noFill/>
          <a:ln>
            <a:noFill/>
          </a:ln>
        </p:spPr>
      </p:pic>
      <p:sp>
        <p:nvSpPr>
          <p:cNvPr id="37" name="Google Shape;37;p9"/>
          <p:cNvSpPr/>
          <p:nvPr/>
        </p:nvSpPr>
        <p:spPr>
          <a:xfrm>
            <a:off x="2" y="0"/>
            <a:ext cx="9899651" cy="6858000"/>
          </a:xfrm>
          <a:prstGeom prst="rect">
            <a:avLst/>
          </a:prstGeom>
          <a:solidFill>
            <a:srgbClr val="1428A0">
              <a:alpha val="8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59">
              <a:solidFill>
                <a:schemeClr val="lt1"/>
              </a:solidFill>
              <a:latin typeface="Arial"/>
              <a:ea typeface="Arial"/>
              <a:cs typeface="Arial"/>
              <a:sym typeface="Arial"/>
            </a:endParaRPr>
          </a:p>
        </p:txBody>
      </p:sp>
      <p:sp>
        <p:nvSpPr>
          <p:cNvPr id="38" name="Google Shape;38;p9"/>
          <p:cNvSpPr/>
          <p:nvPr/>
        </p:nvSpPr>
        <p:spPr>
          <a:xfrm>
            <a:off x="449468" y="5677032"/>
            <a:ext cx="9000714" cy="73096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FFFFFF"/>
              </a:buClr>
              <a:buSzPts val="1000"/>
              <a:buFont typeface="Arial"/>
              <a:buNone/>
            </a:pPr>
            <a:r>
              <a:rPr lang="en-US" sz="1000" b="0" i="0" u="none" strike="noStrike" cap="none">
                <a:solidFill>
                  <a:srgbClr val="FFFFFF"/>
                </a:solidFill>
                <a:latin typeface="Arial"/>
                <a:ea typeface="Arial"/>
                <a:cs typeface="Arial"/>
                <a:sym typeface="Arial"/>
              </a:rPr>
              <a:t>ⓒ2023 SAMSUNG. All rights reserved.</a:t>
            </a:r>
            <a:endParaRPr/>
          </a:p>
          <a:p>
            <a:pPr marL="0" marR="0" lvl="0" indent="0" algn="l" rtl="0">
              <a:lnSpc>
                <a:spcPct val="100000"/>
              </a:lnSpc>
              <a:spcBef>
                <a:spcPts val="600"/>
              </a:spcBef>
              <a:spcAft>
                <a:spcPts val="0"/>
              </a:spcAft>
              <a:buClr>
                <a:srgbClr val="FFFFFF"/>
              </a:buClr>
              <a:buSzPts val="1000"/>
              <a:buFont typeface="Arial"/>
              <a:buNone/>
            </a:pPr>
            <a:r>
              <a:rPr lang="en-US" sz="1000" b="0" i="0" u="none" strike="noStrike" cap="none">
                <a:solidFill>
                  <a:srgbClr val="FFFFFF"/>
                </a:solidFill>
                <a:latin typeface="Arial"/>
                <a:ea typeface="Arial"/>
                <a:cs typeface="Arial"/>
                <a:sym typeface="Arial"/>
              </a:rPr>
              <a:t>Samsung Electronics Corporate Citizenship Office holds the copyright of book.</a:t>
            </a:r>
            <a:endParaRPr/>
          </a:p>
          <a:p>
            <a:pPr marL="0" marR="0" lvl="0" indent="0" algn="l" rtl="0">
              <a:lnSpc>
                <a:spcPct val="100000"/>
              </a:lnSpc>
              <a:spcBef>
                <a:spcPts val="300"/>
              </a:spcBef>
              <a:spcAft>
                <a:spcPts val="0"/>
              </a:spcAft>
              <a:buClr>
                <a:srgbClr val="FFFFFF"/>
              </a:buClr>
              <a:buSzPts val="1000"/>
              <a:buFont typeface="Arial"/>
              <a:buNone/>
            </a:pPr>
            <a:r>
              <a:rPr lang="en-US" sz="1000" b="0" i="0" u="none" strike="noStrike" cap="none">
                <a:solidFill>
                  <a:srgbClr val="FFFFFF"/>
                </a:solidFill>
                <a:latin typeface="Arial"/>
                <a:ea typeface="Arial"/>
                <a:cs typeface="Arial"/>
                <a:sym typeface="Arial"/>
              </a:rPr>
              <a:t>This book is a literary property protected by copyright law so reprint and reproduction without permission are prohibited. </a:t>
            </a:r>
            <a:endParaRPr/>
          </a:p>
          <a:p>
            <a:pPr marL="0" marR="0" lvl="0" indent="0" algn="l" rtl="0">
              <a:lnSpc>
                <a:spcPct val="100000"/>
              </a:lnSpc>
              <a:spcBef>
                <a:spcPts val="0"/>
              </a:spcBef>
              <a:spcAft>
                <a:spcPts val="0"/>
              </a:spcAft>
              <a:buClr>
                <a:srgbClr val="FFFFFF"/>
              </a:buClr>
              <a:buSzPts val="1000"/>
              <a:buFont typeface="Arial"/>
              <a:buNone/>
            </a:pPr>
            <a:r>
              <a:rPr lang="en-US" sz="1000" b="0" i="0" u="none" strike="noStrike" cap="none">
                <a:solidFill>
                  <a:srgbClr val="FFFFFF"/>
                </a:solidFill>
                <a:latin typeface="Arial"/>
                <a:ea typeface="Arial"/>
                <a:cs typeface="Arial"/>
                <a:sym typeface="Arial"/>
              </a:rPr>
              <a:t>To use this book other than the curriculum of Samsung Innovation Campus or to use the entire or part of this book, you must receive written consent from copyright holder.</a:t>
            </a:r>
            <a:endParaRPr/>
          </a:p>
        </p:txBody>
      </p:sp>
      <p:pic>
        <p:nvPicPr>
          <p:cNvPr id="39" name="Google Shape;39;p9"/>
          <p:cNvPicPr preferRelativeResize="0"/>
          <p:nvPr/>
        </p:nvPicPr>
        <p:blipFill rotWithShape="1">
          <a:blip r:embed="rId3">
            <a:alphaModFix/>
          </a:blip>
          <a:srcRect/>
          <a:stretch/>
        </p:blipFill>
        <p:spPr>
          <a:xfrm>
            <a:off x="3711822" y="3022951"/>
            <a:ext cx="2476006" cy="812098"/>
          </a:xfrm>
          <a:prstGeom prst="rect">
            <a:avLst/>
          </a:prstGeom>
          <a:noFill/>
          <a:ln>
            <a:noFill/>
          </a:ln>
        </p:spPr>
      </p:pic>
      <p:sp>
        <p:nvSpPr>
          <p:cNvPr id="40" name="Google Shape;40;p9"/>
          <p:cNvSpPr/>
          <p:nvPr/>
        </p:nvSpPr>
        <p:spPr>
          <a:xfrm>
            <a:off x="449468" y="450000"/>
            <a:ext cx="1290568" cy="198000"/>
          </a:xfrm>
          <a:custGeom>
            <a:avLst/>
            <a:gdLst/>
            <a:ahLst/>
            <a:cxnLst/>
            <a:rect l="l" t="t" r="r" b="b"/>
            <a:pathLst>
              <a:path w="2179" h="334" extrusionOk="0">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chemeClr val="lt1"/>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chemeClr val="dk1"/>
              </a:buClr>
              <a:buSzPts val="1959"/>
              <a:buFont typeface="Arial"/>
              <a:buNone/>
            </a:pPr>
            <a:endParaRPr sz="1959">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41"/>
        <p:cNvGrpSpPr/>
        <p:nvPr/>
      </p:nvGrpSpPr>
      <p:grpSpPr>
        <a:xfrm>
          <a:off x="0" y="0"/>
          <a:ext cx="0" cy="0"/>
          <a:chOff x="0" y="0"/>
          <a:chExt cx="0" cy="0"/>
        </a:xfrm>
      </p:grpSpPr>
      <p:cxnSp>
        <p:nvCxnSpPr>
          <p:cNvPr id="42" name="Google Shape;42;p10"/>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43" name="Google Shape;43;p10"/>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44" name="Google Shape;44;p10"/>
          <p:cNvSpPr/>
          <p:nvPr/>
        </p:nvSpPr>
        <p:spPr>
          <a:xfrm>
            <a:off x="449468" y="6498001"/>
            <a:ext cx="2888788"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b="0">
                <a:solidFill>
                  <a:srgbClr val="7F7F7F"/>
                </a:solidFill>
                <a:latin typeface="Arial"/>
                <a:ea typeface="Arial"/>
                <a:cs typeface="Arial"/>
                <a:sym typeface="Arial"/>
              </a:rPr>
              <a:t>Samsung Innovation Campus</a:t>
            </a:r>
            <a:endParaRPr/>
          </a:p>
        </p:txBody>
      </p:sp>
      <p:sp>
        <p:nvSpPr>
          <p:cNvPr id="45" name="Google Shape;45;p10"/>
          <p:cNvSpPr txBox="1"/>
          <p:nvPr/>
        </p:nvSpPr>
        <p:spPr>
          <a:xfrm>
            <a:off x="6846858" y="6498001"/>
            <a:ext cx="2349501" cy="138499"/>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900">
                <a:solidFill>
                  <a:srgbClr val="7F7F7F"/>
                </a:solidFill>
                <a:latin typeface="Arial"/>
                <a:ea typeface="Arial"/>
                <a:cs typeface="Arial"/>
                <a:sym typeface="Arial"/>
              </a:rPr>
              <a:t>Project Name</a:t>
            </a:r>
            <a:endParaRPr/>
          </a:p>
        </p:txBody>
      </p:sp>
    </p:spTree>
  </p:cSld>
  <p:clrMapOvr>
    <a:masterClrMapping/>
  </p:clrMapOvr>
  <p:extLst>
    <p:ext uri="{DCECCB84-F9BA-43D5-87BE-67443E8EF086}">
      <p15:sldGuideLst xmlns:p15="http://schemas.microsoft.com/office/powerpoint/2012/main">
        <p15:guide id="1" pos="285">
          <p15:clr>
            <a:srgbClr val="FBAE40"/>
          </p15:clr>
        </p15:guide>
        <p15:guide id="2" pos="595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Table of Contents2">
  <p:cSld name="2_Table of Contents2">
    <p:spTree>
      <p:nvGrpSpPr>
        <p:cNvPr id="1" name="Shape 46"/>
        <p:cNvGrpSpPr/>
        <p:nvPr/>
      </p:nvGrpSpPr>
      <p:grpSpPr>
        <a:xfrm>
          <a:off x="0" y="0"/>
          <a:ext cx="0" cy="0"/>
          <a:chOff x="0" y="0"/>
          <a:chExt cx="0" cy="0"/>
        </a:xfrm>
      </p:grpSpPr>
      <p:pic>
        <p:nvPicPr>
          <p:cNvPr id="47" name="Google Shape;47;p11"/>
          <p:cNvPicPr preferRelativeResize="0"/>
          <p:nvPr/>
        </p:nvPicPr>
        <p:blipFill rotWithShape="1">
          <a:blip r:embed="rId2">
            <a:alphaModFix/>
          </a:blip>
          <a:srcRect/>
          <a:stretch/>
        </p:blipFill>
        <p:spPr>
          <a:xfrm>
            <a:off x="-1588" y="0"/>
            <a:ext cx="9902825" cy="6858000"/>
          </a:xfrm>
          <a:prstGeom prst="rect">
            <a:avLst/>
          </a:prstGeom>
          <a:noFill/>
          <a:ln>
            <a:noFill/>
          </a:ln>
        </p:spPr>
      </p:pic>
      <p:cxnSp>
        <p:nvCxnSpPr>
          <p:cNvPr id="48" name="Google Shape;48;p11"/>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1"/>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50" name="Google Shape;50;p11"/>
          <p:cNvSpPr/>
          <p:nvPr/>
        </p:nvSpPr>
        <p:spPr>
          <a:xfrm>
            <a:off x="449468" y="6498001"/>
            <a:ext cx="2888788"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b="0">
                <a:solidFill>
                  <a:srgbClr val="7F7F7F"/>
                </a:solidFill>
                <a:latin typeface="Arial"/>
                <a:ea typeface="Arial"/>
                <a:cs typeface="Arial"/>
                <a:sym typeface="Arial"/>
              </a:rPr>
              <a:t>Samsung Innovation Campus</a:t>
            </a:r>
            <a:endParaRPr/>
          </a:p>
        </p:txBody>
      </p:sp>
      <p:sp>
        <p:nvSpPr>
          <p:cNvPr id="51" name="Google Shape;51;p11"/>
          <p:cNvSpPr/>
          <p:nvPr/>
        </p:nvSpPr>
        <p:spPr>
          <a:xfrm>
            <a:off x="990000" y="4157757"/>
            <a:ext cx="3563339" cy="3231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100">
                <a:solidFill>
                  <a:srgbClr val="1428A0"/>
                </a:solidFill>
                <a:latin typeface="Arial"/>
                <a:ea typeface="Arial"/>
                <a:cs typeface="Arial"/>
                <a:sym typeface="Arial"/>
              </a:rPr>
              <a:t>C&amp;P Course</a:t>
            </a:r>
            <a:endParaRPr sz="2100">
              <a:solidFill>
                <a:srgbClr val="1428A0"/>
              </a:solidFill>
              <a:latin typeface="Arial"/>
              <a:ea typeface="Arial"/>
              <a:cs typeface="Arial"/>
              <a:sym typeface="Arial"/>
            </a:endParaRPr>
          </a:p>
        </p:txBody>
      </p:sp>
      <p:sp>
        <p:nvSpPr>
          <p:cNvPr id="52" name="Google Shape;52;p11"/>
          <p:cNvSpPr/>
          <p:nvPr/>
        </p:nvSpPr>
        <p:spPr>
          <a:xfrm>
            <a:off x="720000" y="2095275"/>
            <a:ext cx="60008" cy="1759369"/>
          </a:xfrm>
          <a:prstGeom prst="rect">
            <a:avLst/>
          </a:prstGeom>
          <a:solidFill>
            <a:srgbClr val="1428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53" name="Google Shape;53;p11"/>
          <p:cNvSpPr/>
          <p:nvPr/>
        </p:nvSpPr>
        <p:spPr>
          <a:xfrm>
            <a:off x="720000" y="4157757"/>
            <a:ext cx="60008" cy="323165"/>
          </a:xfrm>
          <a:prstGeom prst="rect">
            <a:avLst/>
          </a:prstGeom>
          <a:solidFill>
            <a:srgbClr val="1428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54" name="Google Shape;54;p11"/>
          <p:cNvSpPr txBox="1">
            <a:spLocks noGrp="1"/>
          </p:cNvSpPr>
          <p:nvPr>
            <p:ph type="title"/>
          </p:nvPr>
        </p:nvSpPr>
        <p:spPr>
          <a:xfrm>
            <a:off x="990000" y="2095275"/>
            <a:ext cx="5221019" cy="1354217"/>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solidFill>
                  <a:schemeClr val="lt1"/>
                </a:solidFill>
                <a:latin typeface="Arial"/>
                <a:ea typeface="Arial"/>
                <a:cs typeface="Arial"/>
                <a:sym typeface="Arial"/>
              </a:defRPr>
            </a:lvl2pPr>
            <a:lvl3pPr lvl="2">
              <a:spcBef>
                <a:spcPts val="0"/>
              </a:spcBef>
              <a:spcAft>
                <a:spcPts val="0"/>
              </a:spcAft>
              <a:buSzPts val="1400"/>
              <a:buNone/>
              <a:defRPr sz="1800">
                <a:solidFill>
                  <a:schemeClr val="lt1"/>
                </a:solidFill>
                <a:latin typeface="Arial"/>
                <a:ea typeface="Arial"/>
                <a:cs typeface="Arial"/>
                <a:sym typeface="Arial"/>
              </a:defRPr>
            </a:lvl3pPr>
            <a:lvl4pPr lvl="3">
              <a:spcBef>
                <a:spcPts val="0"/>
              </a:spcBef>
              <a:spcAft>
                <a:spcPts val="0"/>
              </a:spcAft>
              <a:buSzPts val="1400"/>
              <a:buNone/>
              <a:defRPr sz="1800">
                <a:solidFill>
                  <a:schemeClr val="lt1"/>
                </a:solidFill>
                <a:latin typeface="Arial"/>
                <a:ea typeface="Arial"/>
                <a:cs typeface="Arial"/>
                <a:sym typeface="Arial"/>
              </a:defRPr>
            </a:lvl4pPr>
            <a:lvl5pPr lvl="4">
              <a:spcBef>
                <a:spcPts val="0"/>
              </a:spcBef>
              <a:spcAft>
                <a:spcPts val="0"/>
              </a:spcAft>
              <a:buSzPts val="1400"/>
              <a:buNone/>
              <a:defRPr sz="1800">
                <a:solidFill>
                  <a:schemeClr val="lt1"/>
                </a:solidFill>
                <a:latin typeface="Arial"/>
                <a:ea typeface="Arial"/>
                <a:cs typeface="Arial"/>
                <a:sym typeface="Arial"/>
              </a:defRPr>
            </a:lvl5pPr>
            <a:lvl6pPr lvl="5">
              <a:spcBef>
                <a:spcPts val="0"/>
              </a:spcBef>
              <a:spcAft>
                <a:spcPts val="0"/>
              </a:spcAft>
              <a:buSzPts val="1400"/>
              <a:buNone/>
              <a:defRPr sz="1800">
                <a:solidFill>
                  <a:schemeClr val="lt1"/>
                </a:solidFill>
                <a:latin typeface="Arial"/>
                <a:ea typeface="Arial"/>
                <a:cs typeface="Arial"/>
                <a:sym typeface="Arial"/>
              </a:defRPr>
            </a:lvl6pPr>
            <a:lvl7pPr lvl="6">
              <a:spcBef>
                <a:spcPts val="0"/>
              </a:spcBef>
              <a:spcAft>
                <a:spcPts val="0"/>
              </a:spcAft>
              <a:buSzPts val="1400"/>
              <a:buNone/>
              <a:defRPr sz="1800">
                <a:solidFill>
                  <a:schemeClr val="lt1"/>
                </a:solidFill>
                <a:latin typeface="Arial"/>
                <a:ea typeface="Arial"/>
                <a:cs typeface="Arial"/>
                <a:sym typeface="Arial"/>
              </a:defRPr>
            </a:lvl7pPr>
            <a:lvl8pPr lvl="7">
              <a:spcBef>
                <a:spcPts val="0"/>
              </a:spcBef>
              <a:spcAft>
                <a:spcPts val="0"/>
              </a:spcAft>
              <a:buSzPts val="1400"/>
              <a:buNone/>
              <a:defRPr sz="1800">
                <a:solidFill>
                  <a:schemeClr val="lt1"/>
                </a:solidFill>
                <a:latin typeface="Arial"/>
                <a:ea typeface="Arial"/>
                <a:cs typeface="Arial"/>
                <a:sym typeface="Arial"/>
              </a:defRPr>
            </a:lvl8pPr>
            <a:lvl9pPr lvl="8">
              <a:spcBef>
                <a:spcPts val="0"/>
              </a:spcBef>
              <a:spcAft>
                <a:spcPts val="0"/>
              </a:spcAft>
              <a:buSzPts val="1400"/>
              <a:buNone/>
              <a:defRPr sz="1800">
                <a:solidFill>
                  <a:schemeClr val="lt1"/>
                </a:solidFill>
                <a:latin typeface="Arial"/>
                <a:ea typeface="Arial"/>
                <a:cs typeface="Arial"/>
                <a:sym typeface="Arial"/>
              </a:defRPr>
            </a:lvl9pPr>
          </a:lstStyle>
          <a:p>
            <a:endParaRPr/>
          </a:p>
        </p:txBody>
      </p:sp>
      <p:sp>
        <p:nvSpPr>
          <p:cNvPr id="55" name="Google Shape;55;p11"/>
          <p:cNvSpPr txBox="1">
            <a:spLocks noGrp="1"/>
          </p:cNvSpPr>
          <p:nvPr>
            <p:ph type="body" idx="1"/>
          </p:nvPr>
        </p:nvSpPr>
        <p:spPr>
          <a:xfrm>
            <a:off x="990000" y="3577645"/>
            <a:ext cx="6837808" cy="27699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7F7F7F"/>
              </a:buClr>
              <a:buSzPts val="1800"/>
              <a:buFont typeface="Arial"/>
              <a:buNone/>
              <a:defRPr sz="1800" b="0" i="0" u="none" strike="noStrike" cap="none">
                <a:solidFill>
                  <a:srgbClr val="7F7F7F"/>
                </a:solidFill>
                <a:latin typeface="Arial"/>
                <a:ea typeface="Arial"/>
                <a:cs typeface="Arial"/>
                <a:sym typeface="Arial"/>
              </a:defRPr>
            </a:lvl1pPr>
            <a:lvl2pPr marL="914400" marR="0" lvl="1" indent="-380936" algn="l" rtl="0">
              <a:lnSpc>
                <a:spcPct val="90000"/>
              </a:lnSpc>
              <a:spcBef>
                <a:spcPts val="500"/>
              </a:spcBef>
              <a:spcAft>
                <a:spcPts val="0"/>
              </a:spcAft>
              <a:buClr>
                <a:schemeClr val="dk1"/>
              </a:buClr>
              <a:buSzPts val="2399"/>
              <a:buFont typeface="Arial"/>
              <a:buChar char="•"/>
              <a:defRPr sz="2399" b="0" i="0" u="none" strike="noStrike" cap="none">
                <a:solidFill>
                  <a:schemeClr val="dk1"/>
                </a:solidFill>
                <a:latin typeface="Arial"/>
                <a:ea typeface="Arial"/>
                <a:cs typeface="Arial"/>
                <a:sym typeface="Arial"/>
              </a:defRPr>
            </a:lvl2pPr>
            <a:lvl3pPr marL="1371600" marR="0" lvl="2" indent="-355536" algn="l" rtl="0">
              <a:lnSpc>
                <a:spcPct val="90000"/>
              </a:lnSpc>
              <a:spcBef>
                <a:spcPts val="500"/>
              </a:spcBef>
              <a:spcAft>
                <a:spcPts val="0"/>
              </a:spcAft>
              <a:buClr>
                <a:schemeClr val="dk1"/>
              </a:buClr>
              <a:buSzPts val="1999"/>
              <a:buFont typeface="Arial"/>
              <a:buChar char="•"/>
              <a:defRPr sz="1999" b="0" i="0" u="none" strike="noStrike" cap="none">
                <a:solidFill>
                  <a:schemeClr val="dk1"/>
                </a:solidFill>
                <a:latin typeface="Arial"/>
                <a:ea typeface="Arial"/>
                <a:cs typeface="Arial"/>
                <a:sym typeface="Arial"/>
              </a:defRPr>
            </a:lvl3pPr>
            <a:lvl4pPr marL="1828800" marR="0" lvl="3"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4pPr>
            <a:lvl5pPr marL="2286000" marR="0" lvl="4"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5pPr>
            <a:lvl6pPr marL="2743200" marR="0" lvl="5"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6pPr>
            <a:lvl7pPr marL="3200400" marR="0" lvl="6"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7pPr>
            <a:lvl8pPr marL="3657600" marR="0" lvl="7"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8pPr>
            <a:lvl9pPr marL="4114800" marR="0" lvl="8"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2614">
          <p15:clr>
            <a:srgbClr val="FBAE40"/>
          </p15:clr>
        </p15:guide>
        <p15:guide id="2" pos="443">
          <p15:clr>
            <a:srgbClr val="FBAE40"/>
          </p15:clr>
        </p15:guide>
        <p15:guide id="3" pos="5955">
          <p15:clr>
            <a:srgbClr val="FBAE40"/>
          </p15:clr>
        </p15:guide>
        <p15:guide id="4" pos="60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3_Table of Contents">
  <p:cSld name="3_Table of Contents">
    <p:spTree>
      <p:nvGrpSpPr>
        <p:cNvPr id="1" name="Shape 56"/>
        <p:cNvGrpSpPr/>
        <p:nvPr/>
      </p:nvGrpSpPr>
      <p:grpSpPr>
        <a:xfrm>
          <a:off x="0" y="0"/>
          <a:ext cx="0" cy="0"/>
          <a:chOff x="0" y="0"/>
          <a:chExt cx="0" cy="0"/>
        </a:xfrm>
      </p:grpSpPr>
      <p:pic>
        <p:nvPicPr>
          <p:cNvPr id="57" name="Google Shape;57;p12"/>
          <p:cNvPicPr preferRelativeResize="0"/>
          <p:nvPr/>
        </p:nvPicPr>
        <p:blipFill rotWithShape="1">
          <a:blip r:embed="rId2">
            <a:alphaModFix/>
          </a:blip>
          <a:srcRect/>
          <a:stretch/>
        </p:blipFill>
        <p:spPr>
          <a:xfrm>
            <a:off x="0" y="0"/>
            <a:ext cx="9902825" cy="6858000"/>
          </a:xfrm>
          <a:prstGeom prst="rect">
            <a:avLst/>
          </a:prstGeom>
          <a:noFill/>
          <a:ln>
            <a:noFill/>
          </a:ln>
        </p:spPr>
      </p:pic>
      <p:cxnSp>
        <p:nvCxnSpPr>
          <p:cNvPr id="58" name="Google Shape;58;p12"/>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59" name="Google Shape;59;p12"/>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60" name="Google Shape;60;p12"/>
          <p:cNvSpPr/>
          <p:nvPr/>
        </p:nvSpPr>
        <p:spPr>
          <a:xfrm>
            <a:off x="449468" y="6498001"/>
            <a:ext cx="2888788"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b="0">
                <a:solidFill>
                  <a:srgbClr val="7F7F7F"/>
                </a:solidFill>
                <a:latin typeface="Arial"/>
                <a:ea typeface="Arial"/>
                <a:cs typeface="Arial"/>
                <a:sym typeface="Arial"/>
              </a:rPr>
              <a:t>Samsung Innovation Campus</a:t>
            </a:r>
            <a:endParaRPr/>
          </a:p>
        </p:txBody>
      </p:sp>
      <p:sp>
        <p:nvSpPr>
          <p:cNvPr id="61" name="Google Shape;61;p12"/>
          <p:cNvSpPr txBox="1"/>
          <p:nvPr/>
        </p:nvSpPr>
        <p:spPr>
          <a:xfrm>
            <a:off x="6846858" y="6498001"/>
            <a:ext cx="2349501" cy="138499"/>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900">
                <a:solidFill>
                  <a:srgbClr val="7F7F7F"/>
                </a:solidFill>
                <a:latin typeface="Arial"/>
                <a:ea typeface="Arial"/>
                <a:cs typeface="Arial"/>
                <a:sym typeface="Arial"/>
              </a:rPr>
              <a:t>Project Name</a:t>
            </a:r>
            <a:endParaRPr/>
          </a:p>
        </p:txBody>
      </p:sp>
    </p:spTree>
  </p:cSld>
  <p:clrMapOvr>
    <a:masterClrMapping/>
  </p:clrMapOvr>
  <p:extLst>
    <p:ext uri="{DCECCB84-F9BA-43D5-87BE-67443E8EF086}">
      <p15:sldGuideLst xmlns:p15="http://schemas.microsoft.com/office/powerpoint/2012/main">
        <p15:guide id="1" orient="horz" pos="902">
          <p15:clr>
            <a:srgbClr val="FBAE40"/>
          </p15:clr>
        </p15:guide>
        <p15:guide id="2" pos="285">
          <p15:clr>
            <a:srgbClr val="FBAE40"/>
          </p15:clr>
        </p15:guide>
        <p15:guide id="3" pos="5955">
          <p15:clr>
            <a:srgbClr val="FBAE40"/>
          </p15:clr>
        </p15:guide>
        <p15:guide id="4" pos="32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able of Contents">
  <p:cSld name="1_Table of Contents">
    <p:spTree>
      <p:nvGrpSpPr>
        <p:cNvPr id="1" name="Shape 62"/>
        <p:cNvGrpSpPr/>
        <p:nvPr/>
      </p:nvGrpSpPr>
      <p:grpSpPr>
        <a:xfrm>
          <a:off x="0" y="0"/>
          <a:ext cx="0" cy="0"/>
          <a:chOff x="0" y="0"/>
          <a:chExt cx="0" cy="0"/>
        </a:xfrm>
      </p:grpSpPr>
      <p:pic>
        <p:nvPicPr>
          <p:cNvPr id="63" name="Google Shape;63;p13"/>
          <p:cNvPicPr preferRelativeResize="0"/>
          <p:nvPr/>
        </p:nvPicPr>
        <p:blipFill rotWithShape="1">
          <a:blip r:embed="rId2">
            <a:alphaModFix/>
          </a:blip>
          <a:srcRect/>
          <a:stretch/>
        </p:blipFill>
        <p:spPr>
          <a:xfrm>
            <a:off x="0" y="0"/>
            <a:ext cx="9902825" cy="6858000"/>
          </a:xfrm>
          <a:prstGeom prst="rect">
            <a:avLst/>
          </a:prstGeom>
          <a:noFill/>
          <a:ln>
            <a:noFill/>
          </a:ln>
        </p:spPr>
      </p:pic>
      <p:cxnSp>
        <p:nvCxnSpPr>
          <p:cNvPr id="64" name="Google Shape;64;p13"/>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65" name="Google Shape;65;p13"/>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66" name="Google Shape;66;p13"/>
          <p:cNvSpPr/>
          <p:nvPr/>
        </p:nvSpPr>
        <p:spPr>
          <a:xfrm>
            <a:off x="449468" y="6498001"/>
            <a:ext cx="2888788"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b="0">
                <a:solidFill>
                  <a:srgbClr val="7F7F7F"/>
                </a:solidFill>
                <a:latin typeface="Arial"/>
                <a:ea typeface="Arial"/>
                <a:cs typeface="Arial"/>
                <a:sym typeface="Arial"/>
              </a:rPr>
              <a:t>Samsung Innovation Campus</a:t>
            </a:r>
            <a:endParaRPr/>
          </a:p>
        </p:txBody>
      </p:sp>
      <p:sp>
        <p:nvSpPr>
          <p:cNvPr id="67" name="Google Shape;67;p13"/>
          <p:cNvSpPr txBox="1"/>
          <p:nvPr/>
        </p:nvSpPr>
        <p:spPr>
          <a:xfrm>
            <a:off x="6846858" y="6498001"/>
            <a:ext cx="2349501" cy="138499"/>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900">
                <a:solidFill>
                  <a:srgbClr val="7F7F7F"/>
                </a:solidFill>
                <a:latin typeface="Arial"/>
                <a:ea typeface="Arial"/>
                <a:cs typeface="Arial"/>
                <a:sym typeface="Arial"/>
              </a:rPr>
              <a:t>Project Name</a:t>
            </a:r>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5955">
          <p15:clr>
            <a:srgbClr val="FBAE40"/>
          </p15:clr>
        </p15:guide>
        <p15:guide id="3" pos="28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ody">
  <p:cSld name="Body">
    <p:spTree>
      <p:nvGrpSpPr>
        <p:cNvPr id="1" name="Shape 68"/>
        <p:cNvGrpSpPr/>
        <p:nvPr/>
      </p:nvGrpSpPr>
      <p:grpSpPr>
        <a:xfrm>
          <a:off x="0" y="0"/>
          <a:ext cx="0" cy="0"/>
          <a:chOff x="0" y="0"/>
          <a:chExt cx="0" cy="0"/>
        </a:xfrm>
      </p:grpSpPr>
      <p:cxnSp>
        <p:nvCxnSpPr>
          <p:cNvPr id="69" name="Google Shape;69;p14"/>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70" name="Google Shape;70;p14"/>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71" name="Google Shape;71;p14"/>
          <p:cNvSpPr/>
          <p:nvPr/>
        </p:nvSpPr>
        <p:spPr>
          <a:xfrm>
            <a:off x="449468" y="6498001"/>
            <a:ext cx="2888788"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b="0">
                <a:solidFill>
                  <a:srgbClr val="7F7F7F"/>
                </a:solidFill>
                <a:latin typeface="Arial"/>
                <a:ea typeface="Arial"/>
                <a:cs typeface="Arial"/>
                <a:sym typeface="Arial"/>
              </a:rPr>
              <a:t>Samsung Innovation Campus</a:t>
            </a:r>
            <a:endParaRPr/>
          </a:p>
        </p:txBody>
      </p:sp>
      <p:cxnSp>
        <p:nvCxnSpPr>
          <p:cNvPr id="72" name="Google Shape;72;p14"/>
          <p:cNvCxnSpPr/>
          <p:nvPr/>
        </p:nvCxnSpPr>
        <p:spPr>
          <a:xfrm>
            <a:off x="449468" y="900000"/>
            <a:ext cx="9000714" cy="0"/>
          </a:xfrm>
          <a:prstGeom prst="straightConnector1">
            <a:avLst/>
          </a:prstGeom>
          <a:noFill/>
          <a:ln w="15875" cap="flat" cmpd="sng">
            <a:solidFill>
              <a:srgbClr val="0924A5"/>
            </a:solidFill>
            <a:prstDash val="solid"/>
            <a:miter lim="800000"/>
            <a:headEnd type="none" w="sm" len="sm"/>
            <a:tailEnd type="none" w="sm" len="sm"/>
          </a:ln>
        </p:spPr>
      </p:cxnSp>
      <p:sp>
        <p:nvSpPr>
          <p:cNvPr id="73" name="Google Shape;73;p14"/>
          <p:cNvSpPr txBox="1"/>
          <p:nvPr/>
        </p:nvSpPr>
        <p:spPr>
          <a:xfrm>
            <a:off x="6846858" y="6498001"/>
            <a:ext cx="2349501" cy="138499"/>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900">
                <a:solidFill>
                  <a:srgbClr val="7F7F7F"/>
                </a:solidFill>
                <a:latin typeface="Arial"/>
                <a:ea typeface="Arial"/>
                <a:cs typeface="Arial"/>
                <a:sym typeface="Arial"/>
              </a:rPr>
              <a:t>Project Name</a:t>
            </a:r>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285">
          <p15:clr>
            <a:srgbClr val="FBAE40"/>
          </p15:clr>
        </p15:guide>
        <p15:guide id="3" pos="595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Body">
  <p:cSld name="1_Body">
    <p:bg>
      <p:bgPr>
        <a:solidFill>
          <a:srgbClr val="F2F2F2"/>
        </a:solidFill>
        <a:effectLst/>
      </p:bgPr>
    </p:bg>
    <p:spTree>
      <p:nvGrpSpPr>
        <p:cNvPr id="1" name="Shape 74"/>
        <p:cNvGrpSpPr/>
        <p:nvPr/>
      </p:nvGrpSpPr>
      <p:grpSpPr>
        <a:xfrm>
          <a:off x="0" y="0"/>
          <a:ext cx="0" cy="0"/>
          <a:chOff x="0" y="0"/>
          <a:chExt cx="0" cy="0"/>
        </a:xfrm>
      </p:grpSpPr>
      <p:pic>
        <p:nvPicPr>
          <p:cNvPr id="75" name="Google Shape;75;p15"/>
          <p:cNvPicPr preferRelativeResize="0"/>
          <p:nvPr/>
        </p:nvPicPr>
        <p:blipFill rotWithShape="1">
          <a:blip r:embed="rId2">
            <a:alphaModFix/>
          </a:blip>
          <a:srcRect/>
          <a:stretch/>
        </p:blipFill>
        <p:spPr>
          <a:xfrm>
            <a:off x="0" y="0"/>
            <a:ext cx="9902825" cy="6858000"/>
          </a:xfrm>
          <a:prstGeom prst="rect">
            <a:avLst/>
          </a:prstGeom>
          <a:noFill/>
          <a:ln>
            <a:noFill/>
          </a:ln>
        </p:spPr>
      </p:pic>
      <p:sp>
        <p:nvSpPr>
          <p:cNvPr id="76" name="Google Shape;76;p15"/>
          <p:cNvSpPr/>
          <p:nvPr/>
        </p:nvSpPr>
        <p:spPr>
          <a:xfrm>
            <a:off x="449468" y="450000"/>
            <a:ext cx="1282022" cy="198000"/>
          </a:xfrm>
          <a:custGeom>
            <a:avLst/>
            <a:gdLst/>
            <a:ahLst/>
            <a:cxnLst/>
            <a:rect l="l" t="t" r="r" b="b"/>
            <a:pathLst>
              <a:path w="2179" h="334" extrusionOk="0">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chemeClr val="dk1"/>
              </a:buClr>
              <a:buSzPts val="1959"/>
              <a:buFont typeface="Arial"/>
              <a:buNone/>
            </a:pPr>
            <a:endParaRPr sz="1959">
              <a:solidFill>
                <a:schemeClr val="dk1"/>
              </a:solidFill>
              <a:latin typeface="Arial"/>
              <a:ea typeface="Arial"/>
              <a:cs typeface="Arial"/>
              <a:sym typeface="Arial"/>
            </a:endParaRPr>
          </a:p>
        </p:txBody>
      </p:sp>
      <p:pic>
        <p:nvPicPr>
          <p:cNvPr id="77" name="Google Shape;77;p15"/>
          <p:cNvPicPr preferRelativeResize="0"/>
          <p:nvPr/>
        </p:nvPicPr>
        <p:blipFill rotWithShape="1">
          <a:blip r:embed="rId3">
            <a:alphaModFix/>
          </a:blip>
          <a:srcRect/>
          <a:stretch/>
        </p:blipFill>
        <p:spPr>
          <a:xfrm>
            <a:off x="4265631" y="6141164"/>
            <a:ext cx="1371564" cy="4500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Break Time Slide">
    <p:spTree>
      <p:nvGrpSpPr>
        <p:cNvPr id="1" name=""/>
        <p:cNvGrpSpPr/>
        <p:nvPr/>
      </p:nvGrpSpPr>
      <p:grpSpPr>
        <a:xfrm>
          <a:off x="0" y="0"/>
          <a:ext cx="0" cy="0"/>
          <a:chOff x="0" y="0"/>
          <a:chExt cx="0" cy="0"/>
        </a:xfrm>
      </p:grpSpPr>
      <p:sp>
        <p:nvSpPr>
          <p:cNvPr id="2" name="슬라이드 번호 개체 틀 15">
            <a:extLst>
              <a:ext uri="{FF2B5EF4-FFF2-40B4-BE49-F238E27FC236}">
                <a16:creationId xmlns:a16="http://schemas.microsoft.com/office/drawing/2014/main" id="{1B2B22C2-BBD9-4044-B049-D10CDF14FDE6}"/>
              </a:ext>
            </a:extLst>
          </p:cNvPr>
          <p:cNvSpPr txBox="1">
            <a:spLocks/>
          </p:cNvSpPr>
          <p:nvPr userDrawn="1"/>
        </p:nvSpPr>
        <p:spPr>
          <a:xfrm>
            <a:off x="6324398" y="6347711"/>
            <a:ext cx="243335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r>
              <a:rPr lang="en-US" altLang="ko-KR" sz="1100" kern="1200" dirty="0">
                <a:solidFill>
                  <a:schemeClr val="bg1">
                    <a:lumMod val="50000"/>
                  </a:schemeClr>
                </a:solidFill>
                <a:latin typeface="SamsungSharpSans-Medium" pitchFamily="2" charset="0"/>
                <a:ea typeface="SamsungSharpSans-Medium" pitchFamily="2" charset="0"/>
                <a:cs typeface="SamsungSharpSans-Medium" pitchFamily="2" charset="0"/>
              </a:rPr>
              <a:t>Chapter 2. Math for Data Science</a:t>
            </a:r>
            <a:endParaRPr lang="ko-KR" altLang="en-US" sz="1100" kern="1200" dirty="0">
              <a:solidFill>
                <a:schemeClr val="bg1">
                  <a:lumMod val="50000"/>
                </a:schemeClr>
              </a:solidFill>
              <a:latin typeface="SamsungSharpSans-Medium" pitchFamily="2" charset="0"/>
              <a:ea typeface="SamsungSharpSans-Medium" pitchFamily="2" charset="0"/>
              <a:cs typeface="SamsungSharpSans-Medium" pitchFamily="2" charset="0"/>
            </a:endParaRPr>
          </a:p>
        </p:txBody>
      </p:sp>
      <p:sp>
        <p:nvSpPr>
          <p:cNvPr id="3" name="슬라이드 번호 개체 틀 15">
            <a:extLst>
              <a:ext uri="{FF2B5EF4-FFF2-40B4-BE49-F238E27FC236}">
                <a16:creationId xmlns:a16="http://schemas.microsoft.com/office/drawing/2014/main" id="{8C6D6C91-60C1-41CF-B03F-1735A6A41637}"/>
              </a:ext>
            </a:extLst>
          </p:cNvPr>
          <p:cNvSpPr txBox="1">
            <a:spLocks/>
          </p:cNvSpPr>
          <p:nvPr userDrawn="1"/>
        </p:nvSpPr>
        <p:spPr>
          <a:xfrm>
            <a:off x="8805867" y="6347726"/>
            <a:ext cx="538163" cy="169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1100" smtClean="0">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r>
              <a:rPr lang="en-US" altLang="ko-KR" sz="11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rPr>
              <a:t>/44</a:t>
            </a:r>
          </a:p>
        </p:txBody>
      </p:sp>
    </p:spTree>
    <p:extLst>
      <p:ext uri="{BB962C8B-B14F-4D97-AF65-F5344CB8AC3E}">
        <p14:creationId xmlns:p14="http://schemas.microsoft.com/office/powerpoint/2010/main" val="3306706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Sid1125/Primitive-Research-RAG"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
          <p:cNvSpPr txBox="1">
            <a:spLocks noGrp="1"/>
          </p:cNvSpPr>
          <p:nvPr>
            <p:ph type="body" idx="1"/>
          </p:nvPr>
        </p:nvSpPr>
        <p:spPr>
          <a:xfrm>
            <a:off x="720000" y="3551768"/>
            <a:ext cx="6837808" cy="276999"/>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7F7F7F"/>
              </a:buClr>
              <a:buSzPts val="1800"/>
              <a:buNone/>
            </a:pPr>
            <a:r>
              <a:rPr lang="en-US" dirty="0"/>
              <a:t>Team RAG</a:t>
            </a:r>
            <a:endParaRPr dirty="0"/>
          </a:p>
        </p:txBody>
      </p:sp>
      <p:sp>
        <p:nvSpPr>
          <p:cNvPr id="83" name="Google Shape;83;p1"/>
          <p:cNvSpPr txBox="1">
            <a:spLocks noGrp="1"/>
          </p:cNvSpPr>
          <p:nvPr>
            <p:ph type="title"/>
          </p:nvPr>
        </p:nvSpPr>
        <p:spPr>
          <a:xfrm>
            <a:off x="720000" y="994611"/>
            <a:ext cx="8643456" cy="3244432"/>
          </a:xfrm>
          <a:prstGeom prst="rect">
            <a:avLst/>
          </a:prstGeom>
          <a:noFill/>
          <a:ln>
            <a:noFill/>
          </a:ln>
        </p:spPr>
        <p:txBody>
          <a:bodyPr spcFirstLastPara="1" wrap="square" lIns="0" tIns="0" rIns="0" bIns="0" anchor="t" anchorCtr="0">
            <a:spAutoFit/>
          </a:bodyPr>
          <a:lstStyle/>
          <a:p>
            <a:pPr lvl="0"/>
            <a:r>
              <a:rPr lang="en-US" dirty="0"/>
              <a:t>AI Research Agent (RAG): LLM-powered tool for querying private document PDF sets</a:t>
            </a:r>
            <a:endParaRPr dirty="0"/>
          </a:p>
        </p:txBody>
      </p:sp>
      <p:sp>
        <p:nvSpPr>
          <p:cNvPr id="2" name="TextBox 1">
            <a:extLst>
              <a:ext uri="{FF2B5EF4-FFF2-40B4-BE49-F238E27FC236}">
                <a16:creationId xmlns:a16="http://schemas.microsoft.com/office/drawing/2014/main" id="{ABA6A4C7-E58B-9124-440B-8E43DA52064F}"/>
              </a:ext>
            </a:extLst>
          </p:cNvPr>
          <p:cNvSpPr txBox="1"/>
          <p:nvPr/>
        </p:nvSpPr>
        <p:spPr>
          <a:xfrm>
            <a:off x="635807" y="4239042"/>
            <a:ext cx="5079193" cy="523220"/>
          </a:xfrm>
          <a:prstGeom prst="rect">
            <a:avLst/>
          </a:prstGeom>
          <a:solidFill>
            <a:schemeClr val="bg1"/>
          </a:solidFill>
        </p:spPr>
        <p:txBody>
          <a:bodyPr wrap="square" rtlCol="0">
            <a:spAutoFit/>
          </a:bodyPr>
          <a:lstStyle/>
          <a:p>
            <a:r>
              <a:rPr lang="en-US" dirty="0">
                <a:hlinkClick r:id="rId3"/>
              </a:rPr>
              <a:t>https://github.com/Sid1125/Primitive-Research-RAG</a:t>
            </a:r>
            <a:endParaRPr lang="en-US" dirty="0"/>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pSp>
        <p:nvGrpSpPr>
          <p:cNvPr id="88" name="Google Shape;88;p2"/>
          <p:cNvGrpSpPr/>
          <p:nvPr/>
        </p:nvGrpSpPr>
        <p:grpSpPr>
          <a:xfrm>
            <a:off x="710836" y="1583927"/>
            <a:ext cx="7280225" cy="3432973"/>
            <a:chOff x="4181256" y="3224809"/>
            <a:chExt cx="7280225" cy="3432973"/>
          </a:xfrm>
        </p:grpSpPr>
        <p:sp>
          <p:nvSpPr>
            <p:cNvPr id="89" name="Google Shape;89;p2"/>
            <p:cNvSpPr/>
            <p:nvPr/>
          </p:nvSpPr>
          <p:spPr>
            <a:xfrm>
              <a:off x="4364136" y="3225982"/>
              <a:ext cx="4197033"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u="none" strike="noStrike" cap="none" dirty="0">
                  <a:solidFill>
                    <a:srgbClr val="3F3F3F"/>
                  </a:solidFill>
                  <a:latin typeface="Arial"/>
                  <a:ea typeface="Arial"/>
                  <a:cs typeface="Arial"/>
                  <a:sym typeface="Arial"/>
                </a:rPr>
                <a:t>About our Team</a:t>
              </a:r>
              <a:endParaRPr dirty="0"/>
            </a:p>
          </p:txBody>
        </p:sp>
        <p:sp>
          <p:nvSpPr>
            <p:cNvPr id="90" name="Google Shape;90;p2"/>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91" name="Google Shape;91;p2"/>
            <p:cNvSpPr/>
            <p:nvPr/>
          </p:nvSpPr>
          <p:spPr>
            <a:xfrm>
              <a:off x="5160752" y="3641572"/>
              <a:ext cx="6300729" cy="3016210"/>
            </a:xfrm>
            <a:prstGeom prst="rect">
              <a:avLst/>
            </a:prstGeom>
            <a:noFill/>
            <a:ln>
              <a:noFill/>
            </a:ln>
          </p:spPr>
          <p:txBody>
            <a:bodyPr spcFirstLastPara="1" wrap="square" lIns="0" tIns="0" rIns="0" bIns="0" anchor="t" anchorCtr="0">
              <a:spAutoFit/>
            </a:bodyPr>
            <a:lstStyle/>
            <a:p>
              <a:pPr lvl="0">
                <a:lnSpc>
                  <a:spcPct val="250000"/>
                </a:lnSpc>
              </a:pPr>
              <a:r>
                <a:rPr lang="en-IN" dirty="0"/>
                <a:t>Team RAG</a:t>
              </a:r>
            </a:p>
            <a:p>
              <a:pPr lvl="0">
                <a:lnSpc>
                  <a:spcPct val="200000"/>
                </a:lnSpc>
              </a:pPr>
              <a:r>
                <a:rPr lang="en-US" dirty="0"/>
                <a:t>AI Research Agent (RAG): LLM-powered tool for querying private document</a:t>
              </a:r>
              <a:br>
                <a:rPr lang="en-US" dirty="0"/>
              </a:br>
              <a:r>
                <a:rPr lang="en-US" dirty="0"/>
                <a:t>PDF sets</a:t>
              </a:r>
              <a:endParaRPr lang="en-IN" dirty="0"/>
            </a:p>
            <a:p>
              <a:pPr lvl="0">
                <a:lnSpc>
                  <a:spcPct val="250000"/>
                </a:lnSpc>
              </a:pPr>
              <a:r>
                <a:rPr lang="en-IN" dirty="0"/>
                <a:t>Team Members – Siddharth Sinha - Lead</a:t>
              </a:r>
            </a:p>
            <a:p>
              <a:pPr lvl="0">
                <a:lnSpc>
                  <a:spcPct val="250000"/>
                </a:lnSpc>
              </a:pPr>
              <a:r>
                <a:rPr lang="en-IN" dirty="0"/>
                <a:t>Course: SIC Artificial Intelligence</a:t>
              </a:r>
            </a:p>
            <a:p>
              <a:pPr lvl="0">
                <a:lnSpc>
                  <a:spcPct val="250000"/>
                </a:lnSpc>
              </a:pPr>
              <a:r>
                <a:rPr lang="en-IN" dirty="0"/>
                <a:t>Amity University Haryana – B-25019</a:t>
              </a:r>
            </a:p>
          </p:txBody>
        </p:sp>
      </p:grpSp>
      <p:sp>
        <p:nvSpPr>
          <p:cNvPr id="100" name="Google Shape;100;p2"/>
          <p:cNvSpPr/>
          <p:nvPr/>
        </p:nvSpPr>
        <p:spPr>
          <a:xfrm>
            <a:off x="710836" y="357668"/>
            <a:ext cx="850832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dirty="0">
                <a:solidFill>
                  <a:schemeClr val="lt1"/>
                </a:solidFill>
                <a:latin typeface="Arial"/>
                <a:ea typeface="Arial"/>
                <a:cs typeface="Arial"/>
                <a:sym typeface="Arial"/>
              </a:rPr>
              <a:t>Project Name</a:t>
            </a:r>
            <a:endParaRPr sz="2400" dirty="0">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5A59423B-3E3F-8016-E4CB-1FF9A8CFD301}"/>
            </a:ext>
          </a:extLst>
        </p:cNvPr>
        <p:cNvGrpSpPr/>
        <p:nvPr/>
      </p:nvGrpSpPr>
      <p:grpSpPr>
        <a:xfrm>
          <a:off x="0" y="0"/>
          <a:ext cx="0" cy="0"/>
          <a:chOff x="0" y="0"/>
          <a:chExt cx="0" cy="0"/>
        </a:xfrm>
      </p:grpSpPr>
      <p:grpSp>
        <p:nvGrpSpPr>
          <p:cNvPr id="88" name="Google Shape;88;p2">
            <a:extLst>
              <a:ext uri="{FF2B5EF4-FFF2-40B4-BE49-F238E27FC236}">
                <a16:creationId xmlns:a16="http://schemas.microsoft.com/office/drawing/2014/main" id="{60768E0D-C8F8-3514-ABA2-839F1D3F5EDA}"/>
              </a:ext>
            </a:extLst>
          </p:cNvPr>
          <p:cNvGrpSpPr/>
          <p:nvPr/>
        </p:nvGrpSpPr>
        <p:grpSpPr>
          <a:xfrm>
            <a:off x="710836" y="1583927"/>
            <a:ext cx="4379913" cy="278172"/>
            <a:chOff x="4181256" y="3224809"/>
            <a:chExt cx="4379913" cy="278172"/>
          </a:xfrm>
        </p:grpSpPr>
        <p:sp>
          <p:nvSpPr>
            <p:cNvPr id="89" name="Google Shape;89;p2">
              <a:extLst>
                <a:ext uri="{FF2B5EF4-FFF2-40B4-BE49-F238E27FC236}">
                  <a16:creationId xmlns:a16="http://schemas.microsoft.com/office/drawing/2014/main" id="{6EE9B28F-17EA-AFD1-6211-C1BD78BE8CF7}"/>
                </a:ext>
              </a:extLst>
            </p:cNvPr>
            <p:cNvSpPr/>
            <p:nvPr/>
          </p:nvSpPr>
          <p:spPr>
            <a:xfrm>
              <a:off x="4364136" y="3225982"/>
              <a:ext cx="4197033"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u="none" strike="noStrike" cap="none" dirty="0">
                  <a:solidFill>
                    <a:srgbClr val="3F3F3F"/>
                  </a:solidFill>
                  <a:latin typeface="Arial"/>
                  <a:ea typeface="Arial"/>
                  <a:cs typeface="Arial"/>
                  <a:sym typeface="Arial"/>
                </a:rPr>
                <a:t>Problem Statement</a:t>
              </a:r>
              <a:endParaRPr dirty="0"/>
            </a:p>
          </p:txBody>
        </p:sp>
        <p:sp>
          <p:nvSpPr>
            <p:cNvPr id="90" name="Google Shape;90;p2">
              <a:extLst>
                <a:ext uri="{FF2B5EF4-FFF2-40B4-BE49-F238E27FC236}">
                  <a16:creationId xmlns:a16="http://schemas.microsoft.com/office/drawing/2014/main" id="{02FF4208-F554-E9D6-EF6F-FC55C17522CC}"/>
                </a:ext>
              </a:extLst>
            </p:cNvPr>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100" name="Google Shape;100;p2">
            <a:extLst>
              <a:ext uri="{FF2B5EF4-FFF2-40B4-BE49-F238E27FC236}">
                <a16:creationId xmlns:a16="http://schemas.microsoft.com/office/drawing/2014/main" id="{BBD05678-D32A-AB30-6669-040226575301}"/>
              </a:ext>
            </a:extLst>
          </p:cNvPr>
          <p:cNvSpPr/>
          <p:nvPr/>
        </p:nvSpPr>
        <p:spPr>
          <a:xfrm>
            <a:off x="710836" y="357668"/>
            <a:ext cx="8508320" cy="215444"/>
          </a:xfrm>
          <a:prstGeom prst="rect">
            <a:avLst/>
          </a:prstGeom>
          <a:noFill/>
          <a:ln>
            <a:noFill/>
          </a:ln>
        </p:spPr>
        <p:txBody>
          <a:bodyPr spcFirstLastPara="1" wrap="square" lIns="0" tIns="0" rIns="0" bIns="0" anchor="t" anchorCtr="0">
            <a:spAutoFit/>
          </a:bodyPr>
          <a:lstStyle/>
          <a:p>
            <a:pPr lvl="0"/>
            <a:r>
              <a:rPr lang="en-US" dirty="0">
                <a:solidFill>
                  <a:schemeClr val="bg1"/>
                </a:solidFill>
              </a:rPr>
              <a:t>AI Research Agent (RAG): LLM-powered tool for querying private document PDF sets</a:t>
            </a:r>
            <a:endParaRPr sz="2400" dirty="0">
              <a:solidFill>
                <a:schemeClr val="bg1"/>
              </a:solidFill>
              <a:latin typeface="Arial"/>
              <a:ea typeface="Arial"/>
              <a:cs typeface="Arial"/>
              <a:sym typeface="Arial"/>
            </a:endParaRPr>
          </a:p>
        </p:txBody>
      </p:sp>
      <p:sp>
        <p:nvSpPr>
          <p:cNvPr id="5" name="Rectangle 4">
            <a:extLst>
              <a:ext uri="{FF2B5EF4-FFF2-40B4-BE49-F238E27FC236}">
                <a16:creationId xmlns:a16="http://schemas.microsoft.com/office/drawing/2014/main" id="{F074A3B9-5DC3-2B1E-1456-617DA4DB76E0}"/>
              </a:ext>
            </a:extLst>
          </p:cNvPr>
          <p:cNvSpPr>
            <a:spLocks noChangeArrowheads="1"/>
          </p:cNvSpPr>
          <p:nvPr/>
        </p:nvSpPr>
        <p:spPr bwMode="auto">
          <a:xfrm>
            <a:off x="676040" y="2368530"/>
            <a:ext cx="8543116" cy="2615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200000"/>
              </a:lnSpc>
              <a:spcBef>
                <a:spcPct val="0"/>
              </a:spcBef>
              <a:spcAft>
                <a:spcPct val="0"/>
              </a:spcAft>
              <a:buClrTx/>
              <a:buSzTx/>
              <a:tabLst/>
            </a:pPr>
            <a:r>
              <a:rPr lang="en-US" b="0" i="0" dirty="0">
                <a:solidFill>
                  <a:schemeClr val="tx1"/>
                </a:solidFill>
                <a:effectLst/>
                <a:latin typeface="-apple-system"/>
              </a:rPr>
              <a:t>Organizations and students often store important information in PDF documents such as manuals, reports, notes, and technical guides. Searching these documents manually is time-consuming and inefficient. Traditional keyword search often fails to understand context and meaning, while general AI models may generate incorrect answers if they are not grounded in source documents. </a:t>
            </a:r>
          </a:p>
          <a:p>
            <a:pPr marR="0" lvl="0" algn="just" defTabSz="914400" rtl="0" eaLnBrk="0" fontAlgn="base" latinLnBrk="0" hangingPunct="0">
              <a:lnSpc>
                <a:spcPct val="200000"/>
              </a:lnSpc>
              <a:spcBef>
                <a:spcPct val="0"/>
              </a:spcBef>
              <a:spcAft>
                <a:spcPct val="0"/>
              </a:spcAft>
              <a:buClrTx/>
              <a:buSzTx/>
              <a:tabLst/>
            </a:pPr>
            <a:r>
              <a:rPr lang="en-US" b="0" i="0" dirty="0">
                <a:solidFill>
                  <a:schemeClr val="tx1"/>
                </a:solidFill>
                <a:effectLst/>
                <a:latin typeface="-apple-system"/>
              </a:rPr>
              <a:t>Therefore, the problem is to build a system that can intelligently read private PDF documents, retrieve the most relevant information, and generate accurate, context-based answers for user queries.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69978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62482932-B83B-0B54-085E-3B3A5932A6BC}"/>
            </a:ext>
          </a:extLst>
        </p:cNvPr>
        <p:cNvGrpSpPr/>
        <p:nvPr/>
      </p:nvGrpSpPr>
      <p:grpSpPr>
        <a:xfrm>
          <a:off x="0" y="0"/>
          <a:ext cx="0" cy="0"/>
          <a:chOff x="0" y="0"/>
          <a:chExt cx="0" cy="0"/>
        </a:xfrm>
      </p:grpSpPr>
      <p:grpSp>
        <p:nvGrpSpPr>
          <p:cNvPr id="88" name="Google Shape;88;p2">
            <a:extLst>
              <a:ext uri="{FF2B5EF4-FFF2-40B4-BE49-F238E27FC236}">
                <a16:creationId xmlns:a16="http://schemas.microsoft.com/office/drawing/2014/main" id="{92151D37-B8E0-B876-4547-F029923D01C9}"/>
              </a:ext>
            </a:extLst>
          </p:cNvPr>
          <p:cNvGrpSpPr/>
          <p:nvPr/>
        </p:nvGrpSpPr>
        <p:grpSpPr>
          <a:xfrm>
            <a:off x="710836" y="1583927"/>
            <a:ext cx="4379913" cy="278172"/>
            <a:chOff x="4181256" y="3224809"/>
            <a:chExt cx="4379913" cy="278172"/>
          </a:xfrm>
        </p:grpSpPr>
        <p:sp>
          <p:nvSpPr>
            <p:cNvPr id="89" name="Google Shape;89;p2">
              <a:extLst>
                <a:ext uri="{FF2B5EF4-FFF2-40B4-BE49-F238E27FC236}">
                  <a16:creationId xmlns:a16="http://schemas.microsoft.com/office/drawing/2014/main" id="{E4A7183F-E94F-E8D9-1986-4F12BDD3A925}"/>
                </a:ext>
              </a:extLst>
            </p:cNvPr>
            <p:cNvSpPr/>
            <p:nvPr/>
          </p:nvSpPr>
          <p:spPr>
            <a:xfrm>
              <a:off x="4364136" y="3225982"/>
              <a:ext cx="4197033"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u="none" strike="noStrike" cap="none" dirty="0">
                  <a:solidFill>
                    <a:srgbClr val="3F3F3F"/>
                  </a:solidFill>
                  <a:latin typeface="Arial"/>
                  <a:ea typeface="Arial"/>
                  <a:cs typeface="Arial"/>
                  <a:sym typeface="Arial"/>
                </a:rPr>
                <a:t>Objective of the Project</a:t>
              </a:r>
              <a:endParaRPr dirty="0"/>
            </a:p>
          </p:txBody>
        </p:sp>
        <p:sp>
          <p:nvSpPr>
            <p:cNvPr id="90" name="Google Shape;90;p2">
              <a:extLst>
                <a:ext uri="{FF2B5EF4-FFF2-40B4-BE49-F238E27FC236}">
                  <a16:creationId xmlns:a16="http://schemas.microsoft.com/office/drawing/2014/main" id="{3FEF93F0-2720-ABD7-1BAC-A0BA38B5DF6E}"/>
                </a:ext>
              </a:extLst>
            </p:cNvPr>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2" name="Rectangle 1">
            <a:extLst>
              <a:ext uri="{FF2B5EF4-FFF2-40B4-BE49-F238E27FC236}">
                <a16:creationId xmlns:a16="http://schemas.microsoft.com/office/drawing/2014/main" id="{30632631-E594-BFC9-A227-184B34D83180}"/>
              </a:ext>
            </a:extLst>
          </p:cNvPr>
          <p:cNvSpPr>
            <a:spLocks noChangeArrowheads="1"/>
          </p:cNvSpPr>
          <p:nvPr/>
        </p:nvSpPr>
        <p:spPr bwMode="auto">
          <a:xfrm>
            <a:off x="893716" y="2569097"/>
            <a:ext cx="7930244" cy="26107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200000"/>
              </a:lnSpc>
              <a:spcBef>
                <a:spcPct val="0"/>
              </a:spcBef>
              <a:spcAft>
                <a:spcPct val="0"/>
              </a:spcAft>
              <a:buClrTx/>
            </a:pPr>
            <a:r>
              <a:rPr lang="en-US" dirty="0"/>
              <a:t>The main objective of this project is to develop an LLM-powered Retrieval-Augmented Generation (RAG) system that can answer user questions from private PDF documents. The system is designed to extract text from PDFs, preprocess and chunk the content, retrieve the most relevant information using hybrid search, and generate accurate, context-aware answers using a lightweight local LLM. The goal is to make document understanding and information retrieval faster, more intelligent, and more reliable.</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3" name="Google Shape;100;p2">
            <a:extLst>
              <a:ext uri="{FF2B5EF4-FFF2-40B4-BE49-F238E27FC236}">
                <a16:creationId xmlns:a16="http://schemas.microsoft.com/office/drawing/2014/main" id="{2703698B-E337-F24F-6ED6-579885A7EBEA}"/>
              </a:ext>
            </a:extLst>
          </p:cNvPr>
          <p:cNvSpPr/>
          <p:nvPr/>
        </p:nvSpPr>
        <p:spPr>
          <a:xfrm>
            <a:off x="710836" y="357668"/>
            <a:ext cx="8508320" cy="215444"/>
          </a:xfrm>
          <a:prstGeom prst="rect">
            <a:avLst/>
          </a:prstGeom>
          <a:noFill/>
          <a:ln>
            <a:noFill/>
          </a:ln>
        </p:spPr>
        <p:txBody>
          <a:bodyPr spcFirstLastPara="1" wrap="square" lIns="0" tIns="0" rIns="0" bIns="0" anchor="t" anchorCtr="0">
            <a:spAutoFit/>
          </a:bodyPr>
          <a:lstStyle/>
          <a:p>
            <a:pPr lvl="0"/>
            <a:r>
              <a:rPr lang="en-US" dirty="0">
                <a:solidFill>
                  <a:schemeClr val="bg1"/>
                </a:solidFill>
              </a:rPr>
              <a:t>AI Research Agent (RAG): LLM-powered tool for querying private document PDF sets</a:t>
            </a:r>
            <a:endParaRPr sz="2400" dirty="0">
              <a:solidFill>
                <a:schemeClr val="bg1"/>
              </a:solidFill>
              <a:latin typeface="Arial"/>
              <a:ea typeface="Arial"/>
              <a:cs typeface="Arial"/>
              <a:sym typeface="Arial"/>
            </a:endParaRPr>
          </a:p>
        </p:txBody>
      </p:sp>
    </p:spTree>
    <p:extLst>
      <p:ext uri="{BB962C8B-B14F-4D97-AF65-F5344CB8AC3E}">
        <p14:creationId xmlns:p14="http://schemas.microsoft.com/office/powerpoint/2010/main" val="2360573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60E1FBCD-19A6-ABFC-D4AB-0BDB53A77192}"/>
            </a:ext>
          </a:extLst>
        </p:cNvPr>
        <p:cNvGrpSpPr/>
        <p:nvPr/>
      </p:nvGrpSpPr>
      <p:grpSpPr>
        <a:xfrm>
          <a:off x="0" y="0"/>
          <a:ext cx="0" cy="0"/>
          <a:chOff x="0" y="0"/>
          <a:chExt cx="0" cy="0"/>
        </a:xfrm>
      </p:grpSpPr>
      <p:grpSp>
        <p:nvGrpSpPr>
          <p:cNvPr id="88" name="Google Shape;88;p2">
            <a:extLst>
              <a:ext uri="{FF2B5EF4-FFF2-40B4-BE49-F238E27FC236}">
                <a16:creationId xmlns:a16="http://schemas.microsoft.com/office/drawing/2014/main" id="{8055310A-EB77-F2B7-6EA4-032AA3C14356}"/>
              </a:ext>
            </a:extLst>
          </p:cNvPr>
          <p:cNvGrpSpPr/>
          <p:nvPr/>
        </p:nvGrpSpPr>
        <p:grpSpPr>
          <a:xfrm>
            <a:off x="710836" y="1583927"/>
            <a:ext cx="4379913" cy="278172"/>
            <a:chOff x="4181256" y="3224809"/>
            <a:chExt cx="4379913" cy="278172"/>
          </a:xfrm>
        </p:grpSpPr>
        <p:sp>
          <p:nvSpPr>
            <p:cNvPr id="89" name="Google Shape;89;p2">
              <a:extLst>
                <a:ext uri="{FF2B5EF4-FFF2-40B4-BE49-F238E27FC236}">
                  <a16:creationId xmlns:a16="http://schemas.microsoft.com/office/drawing/2014/main" id="{AA9AF2F5-8190-D87E-D70D-DAEF786C0BC7}"/>
                </a:ext>
              </a:extLst>
            </p:cNvPr>
            <p:cNvSpPr/>
            <p:nvPr/>
          </p:nvSpPr>
          <p:spPr>
            <a:xfrm>
              <a:off x="4364136" y="3225982"/>
              <a:ext cx="4197033"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u="none" strike="noStrike" cap="none" dirty="0">
                  <a:solidFill>
                    <a:srgbClr val="3F3F3F"/>
                  </a:solidFill>
                  <a:latin typeface="Arial"/>
                  <a:ea typeface="Arial"/>
                  <a:cs typeface="Arial"/>
                  <a:sym typeface="Arial"/>
                </a:rPr>
                <a:t>Proposed Solution</a:t>
              </a:r>
              <a:endParaRPr dirty="0"/>
            </a:p>
          </p:txBody>
        </p:sp>
        <p:sp>
          <p:nvSpPr>
            <p:cNvPr id="90" name="Google Shape;90;p2">
              <a:extLst>
                <a:ext uri="{FF2B5EF4-FFF2-40B4-BE49-F238E27FC236}">
                  <a16:creationId xmlns:a16="http://schemas.microsoft.com/office/drawing/2014/main" id="{CE9CC80D-D795-CAD9-EC05-452BE27A7048}"/>
                </a:ext>
              </a:extLst>
            </p:cNvPr>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4" name="Rectangle 2">
            <a:extLst>
              <a:ext uri="{FF2B5EF4-FFF2-40B4-BE49-F238E27FC236}">
                <a16:creationId xmlns:a16="http://schemas.microsoft.com/office/drawing/2014/main" id="{1647457F-6E66-65D6-13F6-D9683E4DB307}"/>
              </a:ext>
            </a:extLst>
          </p:cNvPr>
          <p:cNvSpPr>
            <a:spLocks noChangeArrowheads="1"/>
          </p:cNvSpPr>
          <p:nvPr/>
        </p:nvSpPr>
        <p:spPr bwMode="auto">
          <a:xfrm>
            <a:off x="893716" y="2551038"/>
            <a:ext cx="8195420"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dirty="0"/>
              <a:t>Our proposed solution is an LLM-powered RAG system that reads private PDF documents, extracts and preprocesses their text, divides the content into smaller chunks, and stores them in a searchable knowledge base. When a user asks a question, the system retrieves the most relevant chunks using hybrid retrieval and then uses a lightweight local LLM to generate a grounded answer from the retrieved content.</a:t>
            </a:r>
          </a:p>
          <a:p>
            <a:pPr algn="just"/>
            <a:r>
              <a:rPr lang="en-US" dirty="0"/>
              <a:t>The system combines dense semantic retrieval and lexical retrieval, which improves answer relevance for technical documents. It also supports lightweight local LLM generation through Ollama, making the solution practical for private and low-resource environments.</a:t>
            </a:r>
          </a:p>
          <a:p>
            <a:endParaRPr lang="en-US" b="1" dirty="0"/>
          </a:p>
          <a:p>
            <a:r>
              <a:rPr lang="en-US" b="1" dirty="0"/>
              <a:t>Unique Features -</a:t>
            </a:r>
            <a:endParaRPr lang="en-US" dirty="0"/>
          </a:p>
          <a:p>
            <a:r>
              <a:rPr lang="en-US" dirty="0"/>
              <a:t>Supports private PDF-based question answering</a:t>
            </a:r>
          </a:p>
          <a:p>
            <a:r>
              <a:rPr lang="en-US" dirty="0"/>
              <a:t>Uses hybrid retrieval for better relevance</a:t>
            </a:r>
          </a:p>
          <a:p>
            <a:pPr algn="just"/>
            <a:r>
              <a:rPr lang="en-US" dirty="0"/>
              <a:t>Integrates a lightweight local LLM using Ollama</a:t>
            </a:r>
          </a:p>
          <a:p>
            <a:r>
              <a:rPr lang="en-US" dirty="0"/>
              <a:t>Falls back to extractive answering if generation is unavailable</a:t>
            </a:r>
          </a:p>
          <a:p>
            <a:r>
              <a:rPr lang="en-US" dirty="0"/>
              <a:t>Uses a custom </a:t>
            </a:r>
            <a:r>
              <a:rPr lang="en-US" dirty="0" err="1"/>
              <a:t>Keras</a:t>
            </a:r>
            <a:r>
              <a:rPr lang="en-US" dirty="0"/>
              <a:t> embedding model instead of relying only on external models</a:t>
            </a:r>
          </a:p>
        </p:txBody>
      </p:sp>
      <p:sp>
        <p:nvSpPr>
          <p:cNvPr id="2" name="Google Shape;100;p2">
            <a:extLst>
              <a:ext uri="{FF2B5EF4-FFF2-40B4-BE49-F238E27FC236}">
                <a16:creationId xmlns:a16="http://schemas.microsoft.com/office/drawing/2014/main" id="{17C9A3EF-B054-1F4F-C43B-C977E53A1A84}"/>
              </a:ext>
            </a:extLst>
          </p:cNvPr>
          <p:cNvSpPr/>
          <p:nvPr/>
        </p:nvSpPr>
        <p:spPr>
          <a:xfrm>
            <a:off x="710836" y="357668"/>
            <a:ext cx="8508320" cy="215444"/>
          </a:xfrm>
          <a:prstGeom prst="rect">
            <a:avLst/>
          </a:prstGeom>
          <a:noFill/>
          <a:ln>
            <a:noFill/>
          </a:ln>
        </p:spPr>
        <p:txBody>
          <a:bodyPr spcFirstLastPara="1" wrap="square" lIns="0" tIns="0" rIns="0" bIns="0" anchor="t" anchorCtr="0">
            <a:spAutoFit/>
          </a:bodyPr>
          <a:lstStyle/>
          <a:p>
            <a:pPr lvl="0"/>
            <a:r>
              <a:rPr lang="en-US" dirty="0">
                <a:solidFill>
                  <a:schemeClr val="bg1"/>
                </a:solidFill>
              </a:rPr>
              <a:t>AI Research Agent (RAG): LLM-powered tool for querying private document PDF sets</a:t>
            </a:r>
            <a:endParaRPr sz="2400" dirty="0">
              <a:solidFill>
                <a:schemeClr val="bg1"/>
              </a:solidFill>
              <a:latin typeface="Arial"/>
              <a:ea typeface="Arial"/>
              <a:cs typeface="Arial"/>
              <a:sym typeface="Arial"/>
            </a:endParaRPr>
          </a:p>
        </p:txBody>
      </p:sp>
    </p:spTree>
    <p:extLst>
      <p:ext uri="{BB962C8B-B14F-4D97-AF65-F5344CB8AC3E}">
        <p14:creationId xmlns:p14="http://schemas.microsoft.com/office/powerpoint/2010/main" val="4230681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35601139-3BAC-9292-3ED3-B53084699789}"/>
            </a:ext>
          </a:extLst>
        </p:cNvPr>
        <p:cNvGrpSpPr/>
        <p:nvPr/>
      </p:nvGrpSpPr>
      <p:grpSpPr>
        <a:xfrm>
          <a:off x="0" y="0"/>
          <a:ext cx="0" cy="0"/>
          <a:chOff x="0" y="0"/>
          <a:chExt cx="0" cy="0"/>
        </a:xfrm>
      </p:grpSpPr>
      <p:grpSp>
        <p:nvGrpSpPr>
          <p:cNvPr id="88" name="Google Shape;88;p2">
            <a:extLst>
              <a:ext uri="{FF2B5EF4-FFF2-40B4-BE49-F238E27FC236}">
                <a16:creationId xmlns:a16="http://schemas.microsoft.com/office/drawing/2014/main" id="{8B5401BF-EF24-0258-1591-82129E83F4A3}"/>
              </a:ext>
            </a:extLst>
          </p:cNvPr>
          <p:cNvGrpSpPr/>
          <p:nvPr/>
        </p:nvGrpSpPr>
        <p:grpSpPr>
          <a:xfrm>
            <a:off x="710836" y="1583927"/>
            <a:ext cx="4379913" cy="278172"/>
            <a:chOff x="4181256" y="3224809"/>
            <a:chExt cx="4379913" cy="278172"/>
          </a:xfrm>
        </p:grpSpPr>
        <p:sp>
          <p:nvSpPr>
            <p:cNvPr id="89" name="Google Shape;89;p2">
              <a:extLst>
                <a:ext uri="{FF2B5EF4-FFF2-40B4-BE49-F238E27FC236}">
                  <a16:creationId xmlns:a16="http://schemas.microsoft.com/office/drawing/2014/main" id="{801C461D-A0DA-A104-FC90-9E9BCFD25988}"/>
                </a:ext>
              </a:extLst>
            </p:cNvPr>
            <p:cNvSpPr/>
            <p:nvPr/>
          </p:nvSpPr>
          <p:spPr>
            <a:xfrm>
              <a:off x="4364136" y="3225982"/>
              <a:ext cx="4197033"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u="none" strike="noStrike" cap="none" dirty="0">
                  <a:solidFill>
                    <a:srgbClr val="3F3F3F"/>
                  </a:solidFill>
                  <a:latin typeface="Arial"/>
                  <a:ea typeface="Arial"/>
                  <a:cs typeface="Arial"/>
                  <a:sym typeface="Arial"/>
                </a:rPr>
                <a:t>System Architecture / Flow Diagram</a:t>
              </a:r>
              <a:endParaRPr dirty="0"/>
            </a:p>
          </p:txBody>
        </p:sp>
        <p:sp>
          <p:nvSpPr>
            <p:cNvPr id="90" name="Google Shape;90;p2">
              <a:extLst>
                <a:ext uri="{FF2B5EF4-FFF2-40B4-BE49-F238E27FC236}">
                  <a16:creationId xmlns:a16="http://schemas.microsoft.com/office/drawing/2014/main" id="{64BCC672-C645-4CF7-9CD0-F3A5EFE214C3}"/>
                </a:ext>
              </a:extLst>
            </p:cNvPr>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4" name="Rectangle 2">
            <a:extLst>
              <a:ext uri="{FF2B5EF4-FFF2-40B4-BE49-F238E27FC236}">
                <a16:creationId xmlns:a16="http://schemas.microsoft.com/office/drawing/2014/main" id="{5B44ECA2-F685-2995-5C82-0ABC06974AD9}"/>
              </a:ext>
            </a:extLst>
          </p:cNvPr>
          <p:cNvSpPr>
            <a:spLocks noChangeArrowheads="1"/>
          </p:cNvSpPr>
          <p:nvPr/>
        </p:nvSpPr>
        <p:spPr bwMode="auto">
          <a:xfrm>
            <a:off x="1530626" y="2528183"/>
            <a:ext cx="3983783" cy="887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lvl="0" indent="-342900" eaLnBrk="0" fontAlgn="base" hangingPunct="0">
              <a:lnSpc>
                <a:spcPct val="200000"/>
              </a:lnSpc>
              <a:spcBef>
                <a:spcPct val="0"/>
              </a:spcBef>
              <a:spcAft>
                <a:spcPct val="0"/>
              </a:spcAft>
              <a:buClrTx/>
              <a:buFont typeface="Arial" panose="020B0604020202020204" pitchFamily="34" charset="0"/>
              <a:buChar char="•"/>
            </a:pPr>
            <a:r>
              <a:rPr lang="en-US" altLang="en-US" dirty="0">
                <a:solidFill>
                  <a:schemeClr val="tx1"/>
                </a:solidFill>
                <a:latin typeface="Arial" panose="020B0604020202020204" pitchFamily="34" charset="0"/>
              </a:rPr>
              <a:t>Block diagram of system </a:t>
            </a:r>
          </a:p>
          <a:p>
            <a:pPr marL="342900" lvl="0" indent="-342900" eaLnBrk="0" fontAlgn="base" hangingPunct="0">
              <a:lnSpc>
                <a:spcPct val="200000"/>
              </a:lnSpc>
              <a:spcBef>
                <a:spcPct val="0"/>
              </a:spcBef>
              <a:spcAft>
                <a:spcPct val="0"/>
              </a:spcAft>
              <a:buClrTx/>
              <a:buFont typeface="Arial" panose="020B0604020202020204" pitchFamily="34" charset="0"/>
              <a:buChar char="•"/>
            </a:pPr>
            <a:r>
              <a:rPr lang="en-US" altLang="en-US" dirty="0">
                <a:solidFill>
                  <a:schemeClr val="tx1"/>
                </a:solidFill>
                <a:latin typeface="Arial" panose="020B0604020202020204" pitchFamily="34" charset="0"/>
              </a:rPr>
              <a:t>Flow of data Input → Processing → Output </a:t>
            </a:r>
          </a:p>
        </p:txBody>
      </p:sp>
      <p:sp>
        <p:nvSpPr>
          <p:cNvPr id="2" name="Google Shape;100;p2">
            <a:extLst>
              <a:ext uri="{FF2B5EF4-FFF2-40B4-BE49-F238E27FC236}">
                <a16:creationId xmlns:a16="http://schemas.microsoft.com/office/drawing/2014/main" id="{C1EDAB96-8B1D-36F3-01DD-4E859290A510}"/>
              </a:ext>
            </a:extLst>
          </p:cNvPr>
          <p:cNvSpPr/>
          <p:nvPr/>
        </p:nvSpPr>
        <p:spPr>
          <a:xfrm>
            <a:off x="710836" y="357668"/>
            <a:ext cx="8508320" cy="215444"/>
          </a:xfrm>
          <a:prstGeom prst="rect">
            <a:avLst/>
          </a:prstGeom>
          <a:noFill/>
          <a:ln>
            <a:noFill/>
          </a:ln>
        </p:spPr>
        <p:txBody>
          <a:bodyPr spcFirstLastPara="1" wrap="square" lIns="0" tIns="0" rIns="0" bIns="0" anchor="t" anchorCtr="0">
            <a:spAutoFit/>
          </a:bodyPr>
          <a:lstStyle/>
          <a:p>
            <a:pPr lvl="0"/>
            <a:r>
              <a:rPr lang="en-US" dirty="0">
                <a:solidFill>
                  <a:schemeClr val="bg1"/>
                </a:solidFill>
              </a:rPr>
              <a:t>AI Research Agent (RAG): LLM-powered tool for querying private document PDF sets</a:t>
            </a:r>
            <a:endParaRPr sz="2400" dirty="0">
              <a:solidFill>
                <a:schemeClr val="bg1"/>
              </a:solidFill>
              <a:latin typeface="Arial"/>
              <a:ea typeface="Arial"/>
              <a:cs typeface="Arial"/>
              <a:sym typeface="Arial"/>
            </a:endParaRPr>
          </a:p>
        </p:txBody>
      </p:sp>
      <p:pic>
        <p:nvPicPr>
          <p:cNvPr id="13" name="Picture 12">
            <a:extLst>
              <a:ext uri="{FF2B5EF4-FFF2-40B4-BE49-F238E27FC236}">
                <a16:creationId xmlns:a16="http://schemas.microsoft.com/office/drawing/2014/main" id="{FDBD0D68-D8D9-E0A7-E625-C1E2BD781938}"/>
              </a:ext>
            </a:extLst>
          </p:cNvPr>
          <p:cNvPicPr>
            <a:picLocks noChangeAspect="1"/>
          </p:cNvPicPr>
          <p:nvPr/>
        </p:nvPicPr>
        <p:blipFill>
          <a:blip r:embed="rId3"/>
          <a:stretch>
            <a:fillRect/>
          </a:stretch>
        </p:blipFill>
        <p:spPr>
          <a:xfrm>
            <a:off x="475488" y="2528183"/>
            <a:ext cx="8645392" cy="3710114"/>
          </a:xfrm>
          <a:prstGeom prst="rect">
            <a:avLst/>
          </a:prstGeom>
        </p:spPr>
      </p:pic>
    </p:spTree>
    <p:extLst>
      <p:ext uri="{BB962C8B-B14F-4D97-AF65-F5344CB8AC3E}">
        <p14:creationId xmlns:p14="http://schemas.microsoft.com/office/powerpoint/2010/main" val="2424702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9830621B-B893-831E-FF1F-1B49F3CE1DB7}"/>
            </a:ext>
          </a:extLst>
        </p:cNvPr>
        <p:cNvGrpSpPr/>
        <p:nvPr/>
      </p:nvGrpSpPr>
      <p:grpSpPr>
        <a:xfrm>
          <a:off x="0" y="0"/>
          <a:ext cx="0" cy="0"/>
          <a:chOff x="0" y="0"/>
          <a:chExt cx="0" cy="0"/>
        </a:xfrm>
      </p:grpSpPr>
      <p:grpSp>
        <p:nvGrpSpPr>
          <p:cNvPr id="88" name="Google Shape;88;p2">
            <a:extLst>
              <a:ext uri="{FF2B5EF4-FFF2-40B4-BE49-F238E27FC236}">
                <a16:creationId xmlns:a16="http://schemas.microsoft.com/office/drawing/2014/main" id="{3765C36A-27A3-80B8-5DAD-3BE08E0A3CC2}"/>
              </a:ext>
            </a:extLst>
          </p:cNvPr>
          <p:cNvGrpSpPr/>
          <p:nvPr/>
        </p:nvGrpSpPr>
        <p:grpSpPr>
          <a:xfrm>
            <a:off x="710836" y="1583927"/>
            <a:ext cx="4379913" cy="278172"/>
            <a:chOff x="4181256" y="3224809"/>
            <a:chExt cx="4379913" cy="278172"/>
          </a:xfrm>
        </p:grpSpPr>
        <p:sp>
          <p:nvSpPr>
            <p:cNvPr id="89" name="Google Shape;89;p2">
              <a:extLst>
                <a:ext uri="{FF2B5EF4-FFF2-40B4-BE49-F238E27FC236}">
                  <a16:creationId xmlns:a16="http://schemas.microsoft.com/office/drawing/2014/main" id="{EE6A1548-9AEF-D849-DF96-93703211C502}"/>
                </a:ext>
              </a:extLst>
            </p:cNvPr>
            <p:cNvSpPr/>
            <p:nvPr/>
          </p:nvSpPr>
          <p:spPr>
            <a:xfrm>
              <a:off x="4364136" y="3225982"/>
              <a:ext cx="4197033"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u="none" strike="noStrike" cap="none" dirty="0">
                  <a:solidFill>
                    <a:srgbClr val="3F3F3F"/>
                  </a:solidFill>
                  <a:latin typeface="Arial"/>
                  <a:ea typeface="Arial"/>
                  <a:cs typeface="Arial"/>
                  <a:sym typeface="Arial"/>
                </a:rPr>
                <a:t>Tools, Technologies &amp; Libraries</a:t>
              </a:r>
              <a:endParaRPr dirty="0"/>
            </a:p>
          </p:txBody>
        </p:sp>
        <p:sp>
          <p:nvSpPr>
            <p:cNvPr id="90" name="Google Shape;90;p2">
              <a:extLst>
                <a:ext uri="{FF2B5EF4-FFF2-40B4-BE49-F238E27FC236}">
                  <a16:creationId xmlns:a16="http://schemas.microsoft.com/office/drawing/2014/main" id="{6B5C259F-53DB-E23B-F121-A773C42585EC}"/>
                </a:ext>
              </a:extLst>
            </p:cNvPr>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3" name="TextBox 2">
            <a:extLst>
              <a:ext uri="{FF2B5EF4-FFF2-40B4-BE49-F238E27FC236}">
                <a16:creationId xmlns:a16="http://schemas.microsoft.com/office/drawing/2014/main" id="{8B3D2CA4-118E-7A8F-7DC8-5B10B4F5D622}"/>
              </a:ext>
            </a:extLst>
          </p:cNvPr>
          <p:cNvSpPr txBox="1"/>
          <p:nvPr/>
        </p:nvSpPr>
        <p:spPr>
          <a:xfrm>
            <a:off x="1893805" y="2083214"/>
            <a:ext cx="6142382" cy="2691571"/>
          </a:xfrm>
          <a:prstGeom prst="rect">
            <a:avLst/>
          </a:prstGeom>
          <a:noFill/>
        </p:spPr>
        <p:txBody>
          <a:bodyPr wrap="square">
            <a:spAutoFit/>
          </a:bodyPr>
          <a:lstStyle/>
          <a:p>
            <a:pPr marL="285750" indent="-285750">
              <a:lnSpc>
                <a:spcPct val="250000"/>
              </a:lnSpc>
              <a:buFont typeface="Arial" panose="020B0604020202020204" pitchFamily="34" charset="0"/>
              <a:buChar char="•"/>
            </a:pPr>
            <a:r>
              <a:rPr lang="en-IN" i="1" dirty="0"/>
              <a:t>Project Type: AI / NLP / RAG</a:t>
            </a:r>
          </a:p>
          <a:p>
            <a:pPr marL="285750" indent="-285750">
              <a:lnSpc>
                <a:spcPct val="250000"/>
              </a:lnSpc>
              <a:buFont typeface="Arial" panose="020B0604020202020204" pitchFamily="34" charset="0"/>
              <a:buChar char="•"/>
            </a:pPr>
            <a:r>
              <a:rPr lang="en-IN" i="1" dirty="0"/>
              <a:t>Language: Python</a:t>
            </a:r>
          </a:p>
          <a:p>
            <a:pPr marL="285750" indent="-285750">
              <a:lnSpc>
                <a:spcPct val="250000"/>
              </a:lnSpc>
              <a:buFont typeface="Arial" panose="020B0604020202020204" pitchFamily="34" charset="0"/>
              <a:buChar char="•"/>
            </a:pPr>
            <a:r>
              <a:rPr lang="en-IN" i="1" dirty="0"/>
              <a:t>Libraries: NLTK, TensorFlow, </a:t>
            </a:r>
            <a:r>
              <a:rPr lang="en-IN" i="1" dirty="0" err="1"/>
              <a:t>Keras</a:t>
            </a:r>
            <a:r>
              <a:rPr lang="en-IN" i="1" dirty="0"/>
              <a:t>, NumPy, scikit-learn, </a:t>
            </a:r>
            <a:r>
              <a:rPr lang="en-IN" i="1" dirty="0" err="1"/>
              <a:t>PyMuPDF</a:t>
            </a:r>
            <a:endParaRPr lang="en-IN" i="1" dirty="0"/>
          </a:p>
          <a:p>
            <a:pPr marL="285750" indent="-285750">
              <a:lnSpc>
                <a:spcPct val="250000"/>
              </a:lnSpc>
              <a:buFont typeface="Arial" panose="020B0604020202020204" pitchFamily="34" charset="0"/>
              <a:buChar char="•"/>
            </a:pPr>
            <a:r>
              <a:rPr lang="en-IN" i="1" dirty="0"/>
              <a:t>Tools: </a:t>
            </a:r>
            <a:r>
              <a:rPr lang="en-IN" i="1" dirty="0" err="1"/>
              <a:t>Jupyter</a:t>
            </a:r>
            <a:r>
              <a:rPr lang="en-IN" i="1" dirty="0"/>
              <a:t>, VS Code, GitHub, Ollama</a:t>
            </a:r>
          </a:p>
          <a:p>
            <a:pPr marL="285750" indent="-285750">
              <a:lnSpc>
                <a:spcPct val="250000"/>
              </a:lnSpc>
              <a:buFont typeface="Arial" panose="020B0604020202020204" pitchFamily="34" charset="0"/>
              <a:buChar char="•"/>
            </a:pPr>
            <a:r>
              <a:rPr lang="en-IN" i="1" dirty="0"/>
              <a:t>Dataset Source: Custom private PDF files</a:t>
            </a:r>
            <a:endParaRPr lang="en-IN" dirty="0"/>
          </a:p>
        </p:txBody>
      </p:sp>
      <p:sp>
        <p:nvSpPr>
          <p:cNvPr id="2" name="Google Shape;100;p2">
            <a:extLst>
              <a:ext uri="{FF2B5EF4-FFF2-40B4-BE49-F238E27FC236}">
                <a16:creationId xmlns:a16="http://schemas.microsoft.com/office/drawing/2014/main" id="{AD583EF1-2009-141A-A85C-9EF9B045F289}"/>
              </a:ext>
            </a:extLst>
          </p:cNvPr>
          <p:cNvSpPr/>
          <p:nvPr/>
        </p:nvSpPr>
        <p:spPr>
          <a:xfrm>
            <a:off x="710836" y="357668"/>
            <a:ext cx="8508320" cy="215444"/>
          </a:xfrm>
          <a:prstGeom prst="rect">
            <a:avLst/>
          </a:prstGeom>
          <a:noFill/>
          <a:ln>
            <a:noFill/>
          </a:ln>
        </p:spPr>
        <p:txBody>
          <a:bodyPr spcFirstLastPara="1" wrap="square" lIns="0" tIns="0" rIns="0" bIns="0" anchor="t" anchorCtr="0">
            <a:spAutoFit/>
          </a:bodyPr>
          <a:lstStyle/>
          <a:p>
            <a:pPr lvl="0"/>
            <a:r>
              <a:rPr lang="en-US" dirty="0">
                <a:solidFill>
                  <a:schemeClr val="bg1"/>
                </a:solidFill>
              </a:rPr>
              <a:t>AI Research Agent (RAG): LLM-powered tool for querying private document PDF sets</a:t>
            </a:r>
            <a:endParaRPr sz="2400" dirty="0">
              <a:solidFill>
                <a:schemeClr val="bg1"/>
              </a:solidFill>
              <a:latin typeface="Arial"/>
              <a:ea typeface="Arial"/>
              <a:cs typeface="Arial"/>
              <a:sym typeface="Arial"/>
            </a:endParaRPr>
          </a:p>
        </p:txBody>
      </p:sp>
    </p:spTree>
    <p:extLst>
      <p:ext uri="{BB962C8B-B14F-4D97-AF65-F5344CB8AC3E}">
        <p14:creationId xmlns:p14="http://schemas.microsoft.com/office/powerpoint/2010/main" val="2795078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27B308FF-814A-D289-9712-1F1355171038}"/>
            </a:ext>
          </a:extLst>
        </p:cNvPr>
        <p:cNvGrpSpPr/>
        <p:nvPr/>
      </p:nvGrpSpPr>
      <p:grpSpPr>
        <a:xfrm>
          <a:off x="0" y="0"/>
          <a:ext cx="0" cy="0"/>
          <a:chOff x="0" y="0"/>
          <a:chExt cx="0" cy="0"/>
        </a:xfrm>
      </p:grpSpPr>
      <p:grpSp>
        <p:nvGrpSpPr>
          <p:cNvPr id="88" name="Google Shape;88;p2">
            <a:extLst>
              <a:ext uri="{FF2B5EF4-FFF2-40B4-BE49-F238E27FC236}">
                <a16:creationId xmlns:a16="http://schemas.microsoft.com/office/drawing/2014/main" id="{5F3AD51A-CFAA-1F26-F161-083875E52E0C}"/>
              </a:ext>
            </a:extLst>
          </p:cNvPr>
          <p:cNvGrpSpPr/>
          <p:nvPr/>
        </p:nvGrpSpPr>
        <p:grpSpPr>
          <a:xfrm>
            <a:off x="710836" y="1583927"/>
            <a:ext cx="4379913" cy="278172"/>
            <a:chOff x="4181256" y="3224809"/>
            <a:chExt cx="4379913" cy="278172"/>
          </a:xfrm>
        </p:grpSpPr>
        <p:sp>
          <p:nvSpPr>
            <p:cNvPr id="89" name="Google Shape;89;p2">
              <a:extLst>
                <a:ext uri="{FF2B5EF4-FFF2-40B4-BE49-F238E27FC236}">
                  <a16:creationId xmlns:a16="http://schemas.microsoft.com/office/drawing/2014/main" id="{DD15EF8D-9EA7-264A-2B45-B5267B60EB9C}"/>
                </a:ext>
              </a:extLst>
            </p:cNvPr>
            <p:cNvSpPr/>
            <p:nvPr/>
          </p:nvSpPr>
          <p:spPr>
            <a:xfrm>
              <a:off x="4364136" y="3225982"/>
              <a:ext cx="4197033"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u="none" strike="noStrike" cap="none" dirty="0">
                  <a:solidFill>
                    <a:srgbClr val="3F3F3F"/>
                  </a:solidFill>
                  <a:latin typeface="Arial"/>
                  <a:ea typeface="Arial"/>
                  <a:cs typeface="Arial"/>
                  <a:sym typeface="Arial"/>
                </a:rPr>
                <a:t>Project Screenshots / Project Designs</a:t>
              </a:r>
              <a:endParaRPr dirty="0"/>
            </a:p>
          </p:txBody>
        </p:sp>
        <p:sp>
          <p:nvSpPr>
            <p:cNvPr id="90" name="Google Shape;90;p2">
              <a:extLst>
                <a:ext uri="{FF2B5EF4-FFF2-40B4-BE49-F238E27FC236}">
                  <a16:creationId xmlns:a16="http://schemas.microsoft.com/office/drawing/2014/main" id="{4BD15D64-4EDF-81F2-630F-6728A8C9C96F}"/>
                </a:ext>
              </a:extLst>
            </p:cNvPr>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3" name="Rectangle 2">
            <a:extLst>
              <a:ext uri="{FF2B5EF4-FFF2-40B4-BE49-F238E27FC236}">
                <a16:creationId xmlns:a16="http://schemas.microsoft.com/office/drawing/2014/main" id="{91C2E9EF-54E7-A8DF-E645-3A8D210D407D}"/>
              </a:ext>
            </a:extLst>
          </p:cNvPr>
          <p:cNvSpPr>
            <a:spLocks noChangeArrowheads="1"/>
          </p:cNvSpPr>
          <p:nvPr/>
        </p:nvSpPr>
        <p:spPr bwMode="auto">
          <a:xfrm>
            <a:off x="2189625" y="2303771"/>
            <a:ext cx="2621230" cy="1614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lvl="0" indent="-285750" eaLnBrk="0" fontAlgn="base" hangingPunct="0">
              <a:lnSpc>
                <a:spcPct val="250000"/>
              </a:lnSpc>
              <a:spcBef>
                <a:spcPct val="0"/>
              </a:spcBef>
              <a:spcAft>
                <a:spcPct val="0"/>
              </a:spcAft>
              <a:buClrTx/>
              <a:buFont typeface="Arial" panose="020B0604020202020204" pitchFamily="34" charset="0"/>
              <a:buChar char="•"/>
              <a:tabLst>
                <a:tab pos="447675" algn="l"/>
              </a:tabLst>
            </a:pPr>
            <a:r>
              <a:rPr lang="en-US" dirty="0"/>
              <a:t>Insert UI designs, </a:t>
            </a:r>
          </a:p>
          <a:p>
            <a:pPr marL="285750" lvl="0" indent="-285750" eaLnBrk="0" fontAlgn="base" hangingPunct="0">
              <a:lnSpc>
                <a:spcPct val="250000"/>
              </a:lnSpc>
              <a:spcBef>
                <a:spcPct val="0"/>
              </a:spcBef>
              <a:spcAft>
                <a:spcPct val="0"/>
              </a:spcAft>
              <a:buClrTx/>
              <a:buFont typeface="Arial" panose="020B0604020202020204" pitchFamily="34" charset="0"/>
              <a:buChar char="•"/>
              <a:tabLst>
                <a:tab pos="447675" algn="l"/>
              </a:tabLst>
            </a:pPr>
            <a:r>
              <a:rPr lang="en-US" dirty="0"/>
              <a:t>model output screenshots, </a:t>
            </a:r>
          </a:p>
          <a:p>
            <a:pPr marL="285750" lvl="0" indent="-285750" eaLnBrk="0" fontAlgn="base" hangingPunct="0">
              <a:lnSpc>
                <a:spcPct val="250000"/>
              </a:lnSpc>
              <a:spcBef>
                <a:spcPct val="0"/>
              </a:spcBef>
              <a:spcAft>
                <a:spcPct val="0"/>
              </a:spcAft>
              <a:buClrTx/>
              <a:buFont typeface="Arial" panose="020B0604020202020204" pitchFamily="34" charset="0"/>
              <a:buChar char="•"/>
              <a:tabLst>
                <a:tab pos="447675" algn="l"/>
              </a:tabLst>
            </a:pPr>
            <a:r>
              <a:rPr lang="en-US" dirty="0"/>
              <a:t>architecture visuals, etc.</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 name="Google Shape;100;p2">
            <a:extLst>
              <a:ext uri="{FF2B5EF4-FFF2-40B4-BE49-F238E27FC236}">
                <a16:creationId xmlns:a16="http://schemas.microsoft.com/office/drawing/2014/main" id="{4877A584-EE39-2794-B392-D6782B504D84}"/>
              </a:ext>
            </a:extLst>
          </p:cNvPr>
          <p:cNvSpPr/>
          <p:nvPr/>
        </p:nvSpPr>
        <p:spPr>
          <a:xfrm>
            <a:off x="710836" y="357668"/>
            <a:ext cx="8508320" cy="215444"/>
          </a:xfrm>
          <a:prstGeom prst="rect">
            <a:avLst/>
          </a:prstGeom>
          <a:noFill/>
          <a:ln>
            <a:noFill/>
          </a:ln>
        </p:spPr>
        <p:txBody>
          <a:bodyPr spcFirstLastPara="1" wrap="square" lIns="0" tIns="0" rIns="0" bIns="0" anchor="t" anchorCtr="0">
            <a:spAutoFit/>
          </a:bodyPr>
          <a:lstStyle/>
          <a:p>
            <a:pPr lvl="0"/>
            <a:r>
              <a:rPr lang="en-US" dirty="0">
                <a:solidFill>
                  <a:schemeClr val="bg1"/>
                </a:solidFill>
              </a:rPr>
              <a:t>AI Research Agent (RAG): LLM-powered tool for querying private document PDF sets</a:t>
            </a:r>
            <a:endParaRPr sz="2400" dirty="0">
              <a:solidFill>
                <a:schemeClr val="bg1"/>
              </a:solidFill>
              <a:latin typeface="Arial"/>
              <a:ea typeface="Arial"/>
              <a:cs typeface="Arial"/>
              <a:sym typeface="Arial"/>
            </a:endParaRPr>
          </a:p>
        </p:txBody>
      </p:sp>
      <p:pic>
        <p:nvPicPr>
          <p:cNvPr id="5" name="Picture 4">
            <a:extLst>
              <a:ext uri="{FF2B5EF4-FFF2-40B4-BE49-F238E27FC236}">
                <a16:creationId xmlns:a16="http://schemas.microsoft.com/office/drawing/2014/main" id="{8C89B283-1AF6-80C5-6504-F8418F90A29B}"/>
              </a:ext>
            </a:extLst>
          </p:cNvPr>
          <p:cNvPicPr>
            <a:picLocks noChangeAspect="1"/>
          </p:cNvPicPr>
          <p:nvPr/>
        </p:nvPicPr>
        <p:blipFill>
          <a:blip r:embed="rId3"/>
          <a:stretch>
            <a:fillRect/>
          </a:stretch>
        </p:blipFill>
        <p:spPr>
          <a:xfrm>
            <a:off x="201167" y="2237892"/>
            <a:ext cx="5266945" cy="2382215"/>
          </a:xfrm>
          <a:prstGeom prst="rect">
            <a:avLst/>
          </a:prstGeom>
        </p:spPr>
      </p:pic>
      <p:pic>
        <p:nvPicPr>
          <p:cNvPr id="7" name="Picture 6">
            <a:extLst>
              <a:ext uri="{FF2B5EF4-FFF2-40B4-BE49-F238E27FC236}">
                <a16:creationId xmlns:a16="http://schemas.microsoft.com/office/drawing/2014/main" id="{D470AFF3-C28C-8AA2-ACA1-08CB37E2F647}"/>
              </a:ext>
            </a:extLst>
          </p:cNvPr>
          <p:cNvPicPr>
            <a:picLocks noChangeAspect="1"/>
          </p:cNvPicPr>
          <p:nvPr/>
        </p:nvPicPr>
        <p:blipFill>
          <a:blip r:embed="rId4"/>
          <a:stretch>
            <a:fillRect/>
          </a:stretch>
        </p:blipFill>
        <p:spPr>
          <a:xfrm>
            <a:off x="5477257" y="3036092"/>
            <a:ext cx="4224401" cy="3168030"/>
          </a:xfrm>
          <a:prstGeom prst="rect">
            <a:avLst/>
          </a:prstGeom>
        </p:spPr>
      </p:pic>
      <p:sp>
        <p:nvSpPr>
          <p:cNvPr id="8" name="TextBox 7">
            <a:extLst>
              <a:ext uri="{FF2B5EF4-FFF2-40B4-BE49-F238E27FC236}">
                <a16:creationId xmlns:a16="http://schemas.microsoft.com/office/drawing/2014/main" id="{B0730FB4-CDA2-A06D-AB46-110203F89E34}"/>
              </a:ext>
            </a:extLst>
          </p:cNvPr>
          <p:cNvSpPr txBox="1"/>
          <p:nvPr/>
        </p:nvSpPr>
        <p:spPr>
          <a:xfrm>
            <a:off x="2473803" y="4620107"/>
            <a:ext cx="721672" cy="523220"/>
          </a:xfrm>
          <a:prstGeom prst="rect">
            <a:avLst/>
          </a:prstGeom>
          <a:noFill/>
        </p:spPr>
        <p:txBody>
          <a:bodyPr wrap="none" rtlCol="0">
            <a:spAutoFit/>
          </a:bodyPr>
          <a:lstStyle/>
          <a:p>
            <a:r>
              <a:rPr lang="en-US" dirty="0"/>
              <a:t>Output</a:t>
            </a:r>
          </a:p>
          <a:p>
            <a:endParaRPr lang="en-IN" dirty="0"/>
          </a:p>
        </p:txBody>
      </p:sp>
      <p:sp>
        <p:nvSpPr>
          <p:cNvPr id="9" name="TextBox 8">
            <a:extLst>
              <a:ext uri="{FF2B5EF4-FFF2-40B4-BE49-F238E27FC236}">
                <a16:creationId xmlns:a16="http://schemas.microsoft.com/office/drawing/2014/main" id="{A7DF975D-4D88-F861-1212-AC20E4DB9131}"/>
              </a:ext>
            </a:extLst>
          </p:cNvPr>
          <p:cNvSpPr txBox="1"/>
          <p:nvPr/>
        </p:nvSpPr>
        <p:spPr>
          <a:xfrm>
            <a:off x="6885578" y="6125819"/>
            <a:ext cx="1407758" cy="307777"/>
          </a:xfrm>
          <a:prstGeom prst="rect">
            <a:avLst/>
          </a:prstGeom>
          <a:noFill/>
        </p:spPr>
        <p:txBody>
          <a:bodyPr wrap="none" rtlCol="0">
            <a:spAutoFit/>
          </a:bodyPr>
          <a:lstStyle/>
          <a:p>
            <a:r>
              <a:rPr lang="en-US" dirty="0"/>
              <a:t>Ingest Function</a:t>
            </a:r>
            <a:endParaRPr lang="en-IN" dirty="0"/>
          </a:p>
        </p:txBody>
      </p:sp>
    </p:spTree>
    <p:extLst>
      <p:ext uri="{BB962C8B-B14F-4D97-AF65-F5344CB8AC3E}">
        <p14:creationId xmlns:p14="http://schemas.microsoft.com/office/powerpoint/2010/main" val="3630927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F7BEB051-8142-E367-3920-D6E37DF73485}"/>
            </a:ext>
          </a:extLst>
        </p:cNvPr>
        <p:cNvGrpSpPr/>
        <p:nvPr/>
      </p:nvGrpSpPr>
      <p:grpSpPr>
        <a:xfrm>
          <a:off x="0" y="0"/>
          <a:ext cx="0" cy="0"/>
          <a:chOff x="0" y="0"/>
          <a:chExt cx="0" cy="0"/>
        </a:xfrm>
      </p:grpSpPr>
      <p:grpSp>
        <p:nvGrpSpPr>
          <p:cNvPr id="88" name="Google Shape;88;p2">
            <a:extLst>
              <a:ext uri="{FF2B5EF4-FFF2-40B4-BE49-F238E27FC236}">
                <a16:creationId xmlns:a16="http://schemas.microsoft.com/office/drawing/2014/main" id="{41718C6F-B8DE-CA8A-240E-68218888EE1A}"/>
              </a:ext>
            </a:extLst>
          </p:cNvPr>
          <p:cNvGrpSpPr/>
          <p:nvPr/>
        </p:nvGrpSpPr>
        <p:grpSpPr>
          <a:xfrm>
            <a:off x="710836" y="1322715"/>
            <a:ext cx="4379913" cy="278172"/>
            <a:chOff x="4181256" y="3224809"/>
            <a:chExt cx="4379913" cy="278172"/>
          </a:xfrm>
        </p:grpSpPr>
        <p:sp>
          <p:nvSpPr>
            <p:cNvPr id="89" name="Google Shape;89;p2">
              <a:extLst>
                <a:ext uri="{FF2B5EF4-FFF2-40B4-BE49-F238E27FC236}">
                  <a16:creationId xmlns:a16="http://schemas.microsoft.com/office/drawing/2014/main" id="{5EE604B8-B3E1-8475-4C2B-66D771237611}"/>
                </a:ext>
              </a:extLst>
            </p:cNvPr>
            <p:cNvSpPr/>
            <p:nvPr/>
          </p:nvSpPr>
          <p:spPr>
            <a:xfrm>
              <a:off x="4364136" y="3225982"/>
              <a:ext cx="4197033"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u="none" strike="noStrike" cap="none" dirty="0">
                  <a:solidFill>
                    <a:srgbClr val="3F3F3F"/>
                  </a:solidFill>
                  <a:latin typeface="Arial"/>
                  <a:ea typeface="Arial"/>
                  <a:cs typeface="Arial"/>
                  <a:sym typeface="Arial"/>
                </a:rPr>
                <a:t>Results &amp; Performance</a:t>
              </a:r>
              <a:endParaRPr dirty="0"/>
            </a:p>
          </p:txBody>
        </p:sp>
        <p:sp>
          <p:nvSpPr>
            <p:cNvPr id="90" name="Google Shape;90;p2">
              <a:extLst>
                <a:ext uri="{FF2B5EF4-FFF2-40B4-BE49-F238E27FC236}">
                  <a16:creationId xmlns:a16="http://schemas.microsoft.com/office/drawing/2014/main" id="{49983E4E-AEDD-2034-DC42-A184C1C02DCD}"/>
                </a:ext>
              </a:extLst>
            </p:cNvPr>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3" name="Rectangle 2">
            <a:extLst>
              <a:ext uri="{FF2B5EF4-FFF2-40B4-BE49-F238E27FC236}">
                <a16:creationId xmlns:a16="http://schemas.microsoft.com/office/drawing/2014/main" id="{FFBE643A-C509-D540-A303-6D26B8B5A385}"/>
              </a:ext>
            </a:extLst>
          </p:cNvPr>
          <p:cNvSpPr>
            <a:spLocks noChangeArrowheads="1"/>
          </p:cNvSpPr>
          <p:nvPr/>
        </p:nvSpPr>
        <p:spPr bwMode="auto">
          <a:xfrm>
            <a:off x="710836" y="1704477"/>
            <a:ext cx="7878689"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200" b="1" dirty="0"/>
              <a:t>Result / Final Outcome:</a:t>
            </a:r>
          </a:p>
          <a:p>
            <a:pPr algn="just"/>
            <a:br>
              <a:rPr lang="en-US" sz="1200" dirty="0"/>
            </a:br>
            <a:r>
              <a:rPr lang="en-US" sz="1200" dirty="0"/>
              <a:t>The project successfully developed an LLM-powered RAG system for private PDF question answering. The system can ingest PDF documents, preprocess and chunk text, retrieve relevant content using hybrid retrieval, and generate grounded answers using a lightweight local LLM through Ollama.</a:t>
            </a:r>
          </a:p>
          <a:p>
            <a:r>
              <a:rPr lang="en-US" sz="1200" b="1" dirty="0"/>
              <a:t>Key Findings:</a:t>
            </a:r>
          </a:p>
          <a:p>
            <a:pPr algn="just"/>
            <a:br>
              <a:rPr lang="en-US" sz="1200" dirty="0"/>
            </a:br>
            <a:r>
              <a:rPr lang="en-US" sz="1200" dirty="0"/>
              <a:t>Hybrid retrieval improved answer relevance compared to basic retrieval alone. The use of a local LLM produced more natural answers than extractive-only methods. The system worked effectively on private PDF collections and demonstrated a complete end-to-end pipeline.</a:t>
            </a:r>
          </a:p>
          <a:p>
            <a:r>
              <a:rPr lang="en-US" sz="1200" b="1" dirty="0"/>
              <a:t>Challenges Faced:</a:t>
            </a:r>
          </a:p>
          <a:p>
            <a:pPr algn="just"/>
            <a:br>
              <a:rPr lang="en-US" sz="1200" dirty="0"/>
            </a:br>
            <a:r>
              <a:rPr lang="en-US" sz="1200" dirty="0"/>
              <a:t>Major challenges included noisy PDF text extraction, selecting the right chunk size, retrieving relevant content from very large technical PDFs, and reducing repeated or incomplete answers. Integrating local LLM generation while keeping answers grounded was also an important challenge.</a:t>
            </a:r>
          </a:p>
          <a:p>
            <a:r>
              <a:rPr lang="en-US" sz="1200" b="1" dirty="0"/>
              <a:t>Future Scope:</a:t>
            </a:r>
          </a:p>
          <a:p>
            <a:pPr algn="just"/>
            <a:br>
              <a:rPr lang="en-US" sz="1200" dirty="0"/>
            </a:br>
            <a:r>
              <a:rPr lang="en-US" sz="1200" dirty="0"/>
              <a:t>The project can be improved further by adding better reranking models, support for more document types, improved citation highlighting, stronger local models, and better PDF structure understanding.</a:t>
            </a:r>
          </a:p>
          <a:p>
            <a:r>
              <a:rPr lang="en-US" sz="1200" b="1" dirty="0"/>
              <a:t>Features to be Added:</a:t>
            </a:r>
          </a:p>
          <a:p>
            <a:pPr algn="just"/>
            <a:br>
              <a:rPr lang="en-US" sz="1200" dirty="0"/>
            </a:br>
            <a:r>
              <a:rPr lang="en-US" sz="1200" dirty="0"/>
              <a:t>Planned features include a </a:t>
            </a:r>
            <a:r>
              <a:rPr lang="en-US" sz="1200" b="1" dirty="0"/>
              <a:t>frontend interface</a:t>
            </a:r>
            <a:r>
              <a:rPr lang="en-US" sz="1200" dirty="0"/>
              <a:t> for user interaction, drag-and-drop PDF upload, chat-style document querying, source highlighting, answer citation display, multi-document filtering, conversation history, and support for additional local LLM models.</a:t>
            </a:r>
          </a:p>
        </p:txBody>
      </p:sp>
      <p:sp>
        <p:nvSpPr>
          <p:cNvPr id="2" name="Google Shape;100;p2">
            <a:extLst>
              <a:ext uri="{FF2B5EF4-FFF2-40B4-BE49-F238E27FC236}">
                <a16:creationId xmlns:a16="http://schemas.microsoft.com/office/drawing/2014/main" id="{1D1C42B5-0E96-54A1-2F8A-B4998FF2F4EB}"/>
              </a:ext>
            </a:extLst>
          </p:cNvPr>
          <p:cNvSpPr/>
          <p:nvPr/>
        </p:nvSpPr>
        <p:spPr>
          <a:xfrm>
            <a:off x="710836" y="357668"/>
            <a:ext cx="8508320" cy="215444"/>
          </a:xfrm>
          <a:prstGeom prst="rect">
            <a:avLst/>
          </a:prstGeom>
          <a:noFill/>
          <a:ln>
            <a:noFill/>
          </a:ln>
        </p:spPr>
        <p:txBody>
          <a:bodyPr spcFirstLastPara="1" wrap="square" lIns="0" tIns="0" rIns="0" bIns="0" anchor="t" anchorCtr="0">
            <a:spAutoFit/>
          </a:bodyPr>
          <a:lstStyle/>
          <a:p>
            <a:pPr lvl="0"/>
            <a:r>
              <a:rPr lang="en-US" dirty="0">
                <a:solidFill>
                  <a:schemeClr val="bg1"/>
                </a:solidFill>
              </a:rPr>
              <a:t>AI Research Agent (RAG): LLM-powered tool for querying private document PDF sets</a:t>
            </a:r>
            <a:endParaRPr sz="2400" dirty="0">
              <a:solidFill>
                <a:schemeClr val="bg1"/>
              </a:solidFill>
              <a:latin typeface="Arial"/>
              <a:ea typeface="Arial"/>
              <a:cs typeface="Arial"/>
              <a:sym typeface="Arial"/>
            </a:endParaRPr>
          </a:p>
        </p:txBody>
      </p:sp>
    </p:spTree>
    <p:extLst>
      <p:ext uri="{BB962C8B-B14F-4D97-AF65-F5344CB8AC3E}">
        <p14:creationId xmlns:p14="http://schemas.microsoft.com/office/powerpoint/2010/main" val="1860611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p:cNvGrpSpPr/>
          <p:nvPr/>
        </p:nvGrpSpPr>
        <p:grpSpPr>
          <a:xfrm>
            <a:off x="-1" y="0"/>
            <a:ext cx="9902826" cy="6858000"/>
            <a:chOff x="-1" y="0"/>
            <a:chExt cx="9902826" cy="6858000"/>
          </a:xfrm>
        </p:grpSpPr>
        <p:pic>
          <p:nvPicPr>
            <p:cNvPr id="11" name="그림 2">
              <a:extLst>
                <a:ext uri="{FF2B5EF4-FFF2-40B4-BE49-F238E27FC236}">
                  <a16:creationId xmlns:a16="http://schemas.microsoft.com/office/drawing/2014/main" id="{5DB88D6A-0437-41B5-8719-35E861A56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98"/>
              <a:ext cx="9902825" cy="6855802"/>
            </a:xfrm>
            <a:prstGeom prst="rect">
              <a:avLst/>
            </a:prstGeom>
          </p:spPr>
        </p:pic>
        <p:sp>
          <p:nvSpPr>
            <p:cNvPr id="13" name="직사각형 17">
              <a:extLst>
                <a:ext uri="{FF2B5EF4-FFF2-40B4-BE49-F238E27FC236}">
                  <a16:creationId xmlns:a16="http://schemas.microsoft.com/office/drawing/2014/main" id="{789C5074-4DAE-4026-AD47-B9945924B2E2}"/>
                </a:ext>
              </a:extLst>
            </p:cNvPr>
            <p:cNvSpPr/>
            <p:nvPr/>
          </p:nvSpPr>
          <p:spPr>
            <a:xfrm>
              <a:off x="-1" y="0"/>
              <a:ext cx="9902826" cy="6858000"/>
            </a:xfrm>
            <a:prstGeom prst="rect">
              <a:avLst/>
            </a:prstGeom>
            <a:solidFill>
              <a:schemeClr val="tx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cxnSp>
          <p:nvCxnSpPr>
            <p:cNvPr id="14" name="직선 연결선 11">
              <a:extLst>
                <a:ext uri="{FF2B5EF4-FFF2-40B4-BE49-F238E27FC236}">
                  <a16:creationId xmlns:a16="http://schemas.microsoft.com/office/drawing/2014/main" id="{8F374A7D-F260-4587-9A59-12BC85A3DDC1}"/>
                </a:ext>
              </a:extLst>
            </p:cNvPr>
            <p:cNvCxnSpPr/>
            <p:nvPr/>
          </p:nvCxnSpPr>
          <p:spPr>
            <a:xfrm>
              <a:off x="656391" y="2327183"/>
              <a:ext cx="0" cy="1976055"/>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직사각형 133">
              <a:extLst>
                <a:ext uri="{FF2B5EF4-FFF2-40B4-BE49-F238E27FC236}">
                  <a16:creationId xmlns:a16="http://schemas.microsoft.com/office/drawing/2014/main" id="{D24015EF-24A9-454E-B555-41065A382381}"/>
                </a:ext>
              </a:extLst>
            </p:cNvPr>
            <p:cNvSpPr/>
            <p:nvPr/>
          </p:nvSpPr>
          <p:spPr>
            <a:xfrm>
              <a:off x="848337" y="2399574"/>
              <a:ext cx="8398097" cy="18312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5500" b="1" i="0" u="none" strike="noStrike" kern="1200" cap="none" spc="0" normalizeH="0" baseline="0" noProof="0" dirty="0">
                  <a:ln>
                    <a:noFill/>
                  </a:ln>
                  <a:solidFill>
                    <a:prstClr val="white"/>
                  </a:solidFill>
                  <a:effectLst/>
                  <a:uLnTx/>
                  <a:uFillTx/>
                  <a:latin typeface="+mj-lt"/>
                  <a:ea typeface="Samsung Sharp Sans" pitchFamily="2" charset="0"/>
                  <a:cs typeface="Samsung Sharp Sans" pitchFamily="2" charset="0"/>
                </a:rPr>
                <a:t>Thank You</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2400" b="1" kern="1200" dirty="0">
                <a:solidFill>
                  <a:prstClr val="white"/>
                </a:solidFill>
                <a:latin typeface="+mj-lt"/>
                <a:ea typeface="Samsung Sharp Sans" pitchFamily="2" charset="0"/>
                <a:cs typeface="Samsung Sharp Sans" pitchFamily="2" charset="0"/>
              </a:endParaRPr>
            </a:p>
            <a:p>
              <a:pPr lvl="0" latinLnBrk="1">
                <a:buClrTx/>
                <a:defRPr/>
              </a:pPr>
              <a:r>
                <a:rPr lang="en-IN" sz="4000" b="1" dirty="0"/>
                <a:t>Open for Questions</a:t>
              </a:r>
              <a:endParaRPr kumimoji="0" lang="en-US" altLang="ko-KR" sz="5500" b="1" i="0" u="none" strike="noStrike" kern="1200" cap="none" spc="0" normalizeH="0" baseline="0" noProof="0" dirty="0">
                <a:ln>
                  <a:noFill/>
                </a:ln>
                <a:solidFill>
                  <a:prstClr val="white"/>
                </a:solidFill>
                <a:effectLst/>
                <a:uLnTx/>
                <a:uFillTx/>
                <a:latin typeface="+mj-lt"/>
                <a:ea typeface="Samsung Sharp Sans" pitchFamily="2" charset="0"/>
                <a:cs typeface="Samsung Sharp Sans" pitchFamily="2" charset="0"/>
              </a:endParaRPr>
            </a:p>
          </p:txBody>
        </p:sp>
      </p:grpSp>
      <p:cxnSp>
        <p:nvCxnSpPr>
          <p:cNvPr id="21" name="직선 연결선 8">
            <a:extLst>
              <a:ext uri="{FF2B5EF4-FFF2-40B4-BE49-F238E27FC236}">
                <a16:creationId xmlns:a16="http://schemas.microsoft.com/office/drawing/2014/main" id="{25DE7436-47BD-40B7-92CB-A7CD2878D696}"/>
              </a:ext>
            </a:extLst>
          </p:cNvPr>
          <p:cNvCxnSpPr/>
          <p:nvPr/>
        </p:nvCxnSpPr>
        <p:spPr>
          <a:xfrm>
            <a:off x="569681" y="6209429"/>
            <a:ext cx="877434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직사각형 7">
            <a:extLst>
              <a:ext uri="{FF2B5EF4-FFF2-40B4-BE49-F238E27FC236}">
                <a16:creationId xmlns:a16="http://schemas.microsoft.com/office/drawing/2014/main" id="{7FDCF192-C90A-4624-9B5C-7829663CF369}"/>
              </a:ext>
            </a:extLst>
          </p:cNvPr>
          <p:cNvSpPr/>
          <p:nvPr/>
        </p:nvSpPr>
        <p:spPr>
          <a:xfrm>
            <a:off x="572597" y="6355371"/>
            <a:ext cx="2888788" cy="2000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3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Tree>
    <p:extLst>
      <p:ext uri="{BB962C8B-B14F-4D97-AF65-F5344CB8AC3E}">
        <p14:creationId xmlns:p14="http://schemas.microsoft.com/office/powerpoint/2010/main" val="2903702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테마">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TotalTime>
  <Words>815</Words>
  <Application>Microsoft Office PowerPoint</Application>
  <PresentationFormat>Custom</PresentationFormat>
  <Paragraphs>62</Paragraphs>
  <Slides>11</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Malgun Gothic</vt:lpstr>
      <vt:lpstr>-apple-system</vt:lpstr>
      <vt:lpstr>Arial</vt:lpstr>
      <vt:lpstr>Calibri</vt:lpstr>
      <vt:lpstr>Samsung Sharp Sans Bold</vt:lpstr>
      <vt:lpstr>SamsungOne 400</vt:lpstr>
      <vt:lpstr>SamsungSharpSans-Medium</vt:lpstr>
      <vt:lpstr>Office Theme</vt:lpstr>
      <vt:lpstr>AI Research Agent (RAG): LLM-powered tool for querying private document PDF sets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Name</dc:title>
  <dc:creator>Soon Yong Chang</dc:creator>
  <cp:lastModifiedBy>Siddharth Sinha</cp:lastModifiedBy>
  <cp:revision>8</cp:revision>
  <dcterms:created xsi:type="dcterms:W3CDTF">2019-07-06T14:12:49Z</dcterms:created>
  <dcterms:modified xsi:type="dcterms:W3CDTF">2026-03-18T07:12:05Z</dcterms:modified>
</cp:coreProperties>
</file>